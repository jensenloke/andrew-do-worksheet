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7"/>
  </p:notesMasterIdLst>
  <p:sldIdLst>
    <p:sldId id="278" r:id="rId2"/>
    <p:sldId id="280" r:id="rId3"/>
    <p:sldId id="285" r:id="rId4"/>
    <p:sldId id="284" r:id="rId5"/>
    <p:sldId id="281" r:id="rId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1131"/>
    <a:srgbClr val="717275"/>
    <a:srgbClr val="BC8D08"/>
    <a:srgbClr val="E78F1A"/>
    <a:srgbClr val="202C8F"/>
    <a:srgbClr val="FDFBF6"/>
    <a:srgbClr val="AAC4E9"/>
    <a:srgbClr val="F5CDCE"/>
    <a:srgbClr val="DF8C8C"/>
    <a:srgbClr val="D4D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9" autoAdjust="0"/>
    <p:restoredTop sz="94609" autoAdjust="0"/>
  </p:normalViewPr>
  <p:slideViewPr>
    <p:cSldViewPr snapToGrid="0" snapToObjects="1">
      <p:cViewPr varScale="1">
        <p:scale>
          <a:sx n="109" d="100"/>
          <a:sy n="109" d="100"/>
        </p:scale>
        <p:origin x="1020" y="114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1" d="100"/>
          <a:sy n="31" d="100"/>
        </p:scale>
        <p:origin x="4326" y="15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762" y="4789848"/>
            <a:ext cx="8870724" cy="1356952"/>
          </a:xfrm>
        </p:spPr>
        <p:txBody>
          <a:bodyPr tIns="0" anchor="t">
            <a:noAutofit/>
          </a:bodyPr>
          <a:lstStyle>
            <a:lvl1pPr algn="l">
              <a:defRPr sz="4400">
                <a:solidFill>
                  <a:srgbClr val="78113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44ADD7-F9D4-A207-0BA9-14AD82949C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</a:blip>
          <a:stretch>
            <a:fillRect/>
          </a:stretch>
        </p:blipFill>
        <p:spPr>
          <a:xfrm rot="16200000">
            <a:off x="7230292" y="1896289"/>
            <a:ext cx="6858000" cy="3065418"/>
          </a:xfrm>
          <a:prstGeom prst="rect">
            <a:avLst/>
          </a:prstGeom>
        </p:spPr>
      </p:pic>
      <p:pic>
        <p:nvPicPr>
          <p:cNvPr id="6" name="Picture 5" descr="A picture containing logo&#10;&#10;Description automatically generated">
            <a:extLst>
              <a:ext uri="{FF2B5EF4-FFF2-40B4-BE49-F238E27FC236}">
                <a16:creationId xmlns:a16="http://schemas.microsoft.com/office/drawing/2014/main" id="{CE3F8DC2-31B5-58A9-6728-2B1CF7FCE5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8406" y="762000"/>
            <a:ext cx="3881968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99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8508273" y="3390029"/>
            <a:ext cx="3672003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78113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27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8508273" y="-46897"/>
            <a:ext cx="3685306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BC8D0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8F1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61769" y="776536"/>
            <a:ext cx="6620079" cy="149041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>
                <a:solidFill>
                  <a:srgbClr val="7811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561770" y="2726787"/>
            <a:ext cx="6620080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rgbClr val="781131"/>
                </a:solidFill>
              </a:defRPr>
            </a:lvl1pPr>
            <a:lvl2pPr marL="347472">
              <a:lnSpc>
                <a:spcPct val="150000"/>
              </a:lnSpc>
              <a:spcBef>
                <a:spcPts val="0"/>
              </a:spcBef>
              <a:defRPr sz="2000">
                <a:solidFill>
                  <a:srgbClr val="781131"/>
                </a:solidFill>
              </a:defRPr>
            </a:lvl2pPr>
            <a:lvl3pPr marL="685800">
              <a:lnSpc>
                <a:spcPct val="150000"/>
              </a:lnSpc>
              <a:spcBef>
                <a:spcPts val="0"/>
              </a:spcBef>
              <a:defRPr sz="1800">
                <a:solidFill>
                  <a:srgbClr val="781131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506E266E-73F6-FD41-8FD0-21EE12CC33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770" y="5942641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-1383119" y="3431188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rgbClr val="717275">
              <a:alpha val="44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-1383119" y="3431188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rgbClr val="781131">
              <a:alpha val="45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-1376704" y="-12722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>
              <a:alpha val="4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2336136" y="640517"/>
            <a:ext cx="9519211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2336136" y="1499374"/>
            <a:ext cx="9519210" cy="4177525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-1376704" y="1276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rgbClr val="781131">
              <a:alpha val="52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817101F1-199D-B31C-AEE7-34A6A7B1B7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844677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rgbClr val="7811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952" y="1809750"/>
            <a:ext cx="10671048" cy="442912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43F04162-4711-6C0A-B346-079EBFEF5A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952" y="2508776"/>
            <a:ext cx="10680192" cy="3359169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08E053AB-B0CB-9578-805D-A8499569CA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408" y="625602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805" y="180147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0805" y="439896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rgbClr val="781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8785" y="500920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rgbClr val="78113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79261" y="180206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78647" y="439956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rgbClr val="781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5973" y="500980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rgbClr val="78113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7717" y="180266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6489" y="440015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rgbClr val="781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4429" y="501039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rgbClr val="78113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96172" y="180266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94331" y="440015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rgbClr val="781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2884" y="501039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rgbClr val="78113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A31B3484-6649-6B1F-F2F0-6BB1021612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6804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rgbClr val="7811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47866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24581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550285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077589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23509"/>
            <a:ext cx="2029968" cy="694944"/>
          </a:xfrm>
          <a:solidFill>
            <a:srgbClr val="78113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149213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47866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24581"/>
            <a:ext cx="2029968" cy="694944"/>
          </a:xfrm>
          <a:solidFill>
            <a:srgbClr val="78113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550285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077589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23509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rgbClr val="7811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149213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47866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24581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550285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077589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23509"/>
            <a:ext cx="2029968" cy="694944"/>
          </a:xfrm>
          <a:solidFill>
            <a:srgbClr val="78113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149213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478661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24581"/>
            <a:ext cx="2029968" cy="694944"/>
          </a:xfrm>
          <a:solidFill>
            <a:srgbClr val="78113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550285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077589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23509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149213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solidFill>
            <a:srgbClr val="7811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solidFill>
            <a:srgbClr val="7811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solidFill>
            <a:srgbClr val="7811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rgbClr val="78113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rgbClr val="78113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rgbClr val="78113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F115EC68-B4D8-034A-9D6E-77983352C4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51" y="64389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5231" y="215265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03095" y="166801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123" y="335965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5983" y="215265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33847" y="1668018"/>
            <a:ext cx="932688" cy="932688"/>
          </a:xfrm>
          <a:prstGeom prst="ellipse">
            <a:avLst/>
          </a:prstGeom>
          <a:solidFill>
            <a:srgbClr val="78113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14875" y="335965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4439" y="215265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82303" y="166801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63331" y="335965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0F58CB6E-1C21-B119-F1C5-857AFAE0B2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 rot="5400000">
            <a:off x="10019104" y="69932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rot="5400000" flipH="1" flipV="1">
            <a:off x="-69933" y="4685103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CF07B00B-D8E1-BBAD-4AB0-BADF6AE96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rot="5400000" flipH="1" flipV="1">
            <a:off x="-69929" y="4685103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5464C187-70AA-7BD4-F9FF-BBB85DB87B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17677" y="5867946"/>
            <a:ext cx="2664773" cy="73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64" r:id="rId4"/>
    <p:sldLayoutId id="2147483667" r:id="rId5"/>
    <p:sldLayoutId id="2147483669" r:id="rId6"/>
    <p:sldLayoutId id="2147483673" r:id="rId7"/>
    <p:sldLayoutId id="2147483670" r:id="rId8"/>
    <p:sldLayoutId id="2147483674" r:id="rId9"/>
    <p:sldLayoutId id="2147483656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rgbClr val="78113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rgbClr val="781131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rgbClr val="781131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rgbClr val="781131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rgbClr val="781131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rgbClr val="78113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SESSION title</a:t>
            </a:r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91D3-955A-F11D-3DA9-2E3C4DB6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77BF-936E-F804-C086-6A7DA9FC1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45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679B6B-84A9-9F42-C80A-1FC4CE2D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BE8946-7A7D-DD31-8275-3968C15CD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6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BB96-5178-9B93-58D2-798004E5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9F54A-77AB-B045-A3B3-413E87E3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672997-BBBC-E288-7D52-473407EE76B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CD804-8E14-B98E-5D2C-EE71D80896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60E9D4-B5CA-B8F0-25FF-22642384A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456C28B-9657-97D1-2442-73272B3D33C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39F6DA-D053-92F2-59D6-BE79B99512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80A654-0E79-A754-1572-0203483ADC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625C47-8640-1E4C-7CDD-4DBE1C3A1F4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5DCB2-9FA7-4B6A-E40C-57B0622435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8443AF-518D-F70B-1BD9-F4DFAE7E6B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33FFA87-62E4-7628-9C3C-87FB9B1276C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652BAD-FAB1-5E28-0C1A-6F3CC4E959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578625-96C8-D9F2-9839-F9DA13283A5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C57EBA9-9EB3-3B3C-796D-1F176FD5AC0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5F4F960-4027-BB96-71F7-4989CFF794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3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4CBE8F-4E23-0355-9DA8-9270EB8A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48C415-9800-0CCF-5D80-13DC7CC528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800000"/>
      </a:dk1>
      <a:lt1>
        <a:srgbClr val="FDFAF6"/>
      </a:lt1>
      <a:dk2>
        <a:srgbClr val="3A3838"/>
      </a:dk2>
      <a:lt2>
        <a:srgbClr val="FDFAF6"/>
      </a:lt2>
      <a:accent1>
        <a:srgbClr val="800000"/>
      </a:accent1>
      <a:accent2>
        <a:srgbClr val="281B09"/>
      </a:accent2>
      <a:accent3>
        <a:srgbClr val="8A8686"/>
      </a:accent3>
      <a:accent4>
        <a:srgbClr val="AEABAB"/>
      </a:accent4>
      <a:accent5>
        <a:srgbClr val="D09132"/>
      </a:accent5>
      <a:accent6>
        <a:srgbClr val="771233"/>
      </a:accent6>
      <a:hlink>
        <a:srgbClr val="D09132"/>
      </a:hlink>
      <a:folHlink>
        <a:srgbClr val="8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Words>2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SESSION title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Josephine Terry</dc:creator>
  <cp:lastModifiedBy>Laura Palmer-Turnacliff</cp:lastModifiedBy>
  <cp:revision>9</cp:revision>
  <dcterms:created xsi:type="dcterms:W3CDTF">2023-04-26T12:21:11Z</dcterms:created>
  <dcterms:modified xsi:type="dcterms:W3CDTF">2026-09-22T15:19:28Z</dcterms:modified>
</cp:coreProperties>
</file>