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7"/>
  </p:notesMasterIdLst>
  <p:sldIdLst>
    <p:sldId id="256" r:id="rId6"/>
    <p:sldId id="257" r:id="rId5"/>
    <p:sldId id="258" r:id="rId4"/>
    <p:sldId id="259" r:id="rId3"/>
    <p:sldId id="260" r:id="rId2"/>
    <p:sldId id="261" r:id="rId13"/>
    <p:sldId id="262" r:id="rId14"/>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userDrawn="1">
          <p15:clr>
            <a:srgbClr val="A4A3A4"/>
          </p15:clr>
        </p15:guide>
        <p15:guide id="2" pos="456" userDrawn="1">
          <p15:clr>
            <a:srgbClr val="A4A3A4"/>
          </p15:clr>
        </p15:guide>
        <p15:guide id="3" orient="horz" pos="2616" userDrawn="1">
          <p15:clr>
            <a:srgbClr val="A4A3A4"/>
          </p15:clr>
        </p15:guide>
        <p15:guide id="4" orient="horz" pos="3264" userDrawn="1">
          <p15:clr>
            <a:srgbClr val="A4A3A4"/>
          </p15:clr>
        </p15:guide>
        <p15:guide id="5" pos="6912" userDrawn="1">
          <p15:clr>
            <a:srgbClr val="A4A3A4"/>
          </p15:clr>
        </p15:guide>
        <p15:guide id="6" orient="horz" pos="2136" userDrawn="1">
          <p15:clr>
            <a:srgbClr val="A4A3A4"/>
          </p15:clr>
        </p15:guide>
        <p15:guide id="7" orient="horz" pos="4008" userDrawn="1">
          <p15:clr>
            <a:srgbClr val="A4A3A4"/>
          </p15:clr>
        </p15:guide>
        <p15:guide id="8" orient="horz" pos="1152" userDrawn="1">
          <p15:clr>
            <a:srgbClr val="A4A3A4"/>
          </p15:clr>
        </p15:guide>
        <p15:guide id="9" orient="horz" pos="2352" userDrawn="1">
          <p15:clr>
            <a:srgbClr val="A4A3A4"/>
          </p15:clr>
        </p15:guide>
        <p15:guide id="10" orient="horz" pos="1512" userDrawn="1">
          <p15:clr>
            <a:srgbClr val="A4A3A4"/>
          </p15:clr>
        </p15:guide>
        <p15:guide id="11" pos="7680" userDrawn="1">
          <p15:clr>
            <a:srgbClr val="A4A3A4"/>
          </p15:clr>
        </p15:guide>
        <p15:guide id="12" pos="6696" userDrawn="1">
          <p15:clr>
            <a:srgbClr val="A4A3A4"/>
          </p15:clr>
        </p15:guide>
        <p15:guide id="13" pos="1008" userDrawn="1">
          <p15:clr>
            <a:srgbClr val="A4A3A4"/>
          </p15:clr>
        </p15:guide>
        <p15:guide id="14" pos="1584"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4" orient="horz" pos="960" userDrawn="1">
          <p15:clr>
            <a:srgbClr val="A4A3A4"/>
          </p15:clr>
        </p15:guide>
        <p15:guide id="25" pos="5256" userDrawn="1">
          <p15:clr>
            <a:srgbClr val="A4A3A4"/>
          </p15:clr>
        </p15:guide>
        <p15:guide id="26" pos="726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81131"/>
    <a:srgbClr val="717275"/>
    <a:srgbClr val="BC8D08"/>
    <a:srgbClr val="E78F1A"/>
    <a:srgbClr val="202C8F"/>
    <a:srgbClr val="FDFBF6"/>
    <a:srgbClr val="AAC4E9"/>
    <a:srgbClr val="F5CDCE"/>
    <a:srgbClr val="DF8C8C"/>
    <a:srgbClr val="D4D5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689" autoAdjust="0"/>
    <p:restoredTop sz="94609" autoAdjust="0"/>
  </p:normalViewPr>
  <p:slideViewPr>
    <p:cSldViewPr snapToGrid="0" snapToObjects="1">
      <p:cViewPr varScale="1">
        <p:scale>
          <a:sx n="109" d="100"/>
          <a:sy n="109" d="100"/>
        </p:scale>
        <p:origin x="1020" y="114"/>
      </p:cViewPr>
      <p:guideLst>
        <p:guide/>
        <p:guide pos="456"/>
        <p:guide orient="horz" pos="2616"/>
        <p:guide orient="horz" pos="3264"/>
        <p:guide pos="6912"/>
        <p:guide orient="horz" pos="2136"/>
        <p:guide orient="horz" pos="4008"/>
        <p:guide orient="horz" pos="1152"/>
        <p:guide orient="horz" pos="2352"/>
        <p:guide orient="horz" pos="1512"/>
        <p:guide pos="7680"/>
        <p:guide pos="6696"/>
        <p:guide pos="1008"/>
        <p:guide pos="1584"/>
        <p:guide pos="2136"/>
        <p:guide pos="2760"/>
        <p:guide pos="3288"/>
        <p:guide pos="4032"/>
        <p:guide pos="4392"/>
        <p:guide pos="4944"/>
        <p:guide pos="5544"/>
        <p:guide pos="6072"/>
        <p:guide orient="horz" pos="2448"/>
        <p:guide orient="horz" pos="960"/>
        <p:guide pos="5256"/>
        <p:guide pos="7261"/>
      </p:guideLst>
    </p:cSldViewPr>
  </p:slideViewPr>
  <p:notesTextViewPr>
    <p:cViewPr>
      <p:scale>
        <a:sx n="1" d="1"/>
        <a:sy n="1" d="1"/>
      </p:scale>
      <p:origin x="0" y="0"/>
    </p:cViewPr>
  </p:notesTextViewPr>
  <p:notesViewPr>
    <p:cSldViewPr snapToGrid="0" snapToObjects="1">
      <p:cViewPr varScale="1">
        <p:scale>
          <a:sx n="31" d="100"/>
          <a:sy n="31" d="100"/>
        </p:scale>
        <p:origin x="4326" y="15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xml"/><Relationship Id="rId3" Type="http://schemas.openxmlformats.org/officeDocument/2006/relationships/slide" Target="slides/slide4.xml"/><Relationship Id="rId4" Type="http://schemas.openxmlformats.org/officeDocument/2006/relationships/slide" Target="slides/slide3.xml"/><Relationship Id="rId5" Type="http://schemas.openxmlformats.org/officeDocument/2006/relationships/slide" Target="slides/slide2.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8/10/relationships/authors" Target="authors.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sp>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Wait for the host's handover. One line on the frame: the agent drafts, the engine prices, the underwriter decides. The case-study card repeats the organiser's assumptions: no claims, new policy, everything else from public sources on the insured's website.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Thirty seconds at most; the slot is short. I'm on the AI side of the fight, not an underwriter. My career has been building digital products across banking and corporate platforms. Today I run Success IT and help convene the Agentic Builders Collective.</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This answers "how does it work, and what does it cost". The model runs on one DGX Spark in my home lab, reached privately over Tailscale through a LiteLLM router. For an underwriter that means the research stays on hardware I control, and a run has no per-token bill. The same agent can point at a cloud model instead; that's one setting.</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This is "how I approached it". Not one big prompt: specialist research teams read the public filings in parallel, a lead model writes the cited proposal, the underwriter reviews it, and the pricing and referral checks are ordinary code built from the worksheet's own formulas. The leveling assumptions (no claims, new policy) are enforced in code, not left to the model.</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If the room remembers one slide, make it this one. The split of duties is the whole argument: arithmetic belongs in code, language belongs in the model, and the decision belongs to a licensed human.</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Switch to the terminal. Start a live Sheng Siong run to show the research lanes working, then switch to the pre-run completed before the session for the output: a full run takes longer than the slot. Walk the output: premium, referral status, two judgement calls. Then cover challenges, surprises, and what I'd build with more time.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Leave this up through Q&amp;A. ANDREW is open source: underwriters can run it on their own laptop against any OpenAI-compatible model, local or cloud.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3">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597762" y="4789848"/>
            <a:ext cx="8870724" cy="1356952"/>
          </a:xfrm>
        </p:spPr>
        <p:txBody>
          <a:bodyPr tIns="0" anchor="t">
            <a:noAutofit/>
          </a:bodyPr>
          <a:lstStyle>
            <a:lvl1pPr algn="l">
              <a:defRPr sz="4400">
                <a:solidFill>
                  <a:srgbClr val="781131"/>
                </a:solidFill>
              </a:defRPr>
            </a:lvl1pPr>
          </a:lstStyle>
          <a:p>
            <a:endParaRPr lang="en-US" dirty="0"/>
          </a:p>
        </p:txBody>
      </p:sp>
      <p:pic>
        <p:nvPicPr>
          <p:cNvPr id="12" name="Picture 11">
            <a:extLst>
              <a:ext uri="{FF2B5EF4-FFF2-40B4-BE49-F238E27FC236}">
                <a16:creationId xmlns:a16="http://schemas.microsoft.com/office/drawing/2014/main" id="{3844ADD7-F9D4-A207-0BA9-14AD82949C20}"/>
              </a:ext>
            </a:extLst>
          </p:cNvPr>
          <p:cNvPicPr>
            <a:picLocks noChangeAspect="1"/>
          </p:cNvPicPr>
          <p:nvPr userDrawn="1"/>
        </p:nvPicPr>
        <p:blipFill>
          <a:blip r:embed="rId2">
            <a:alphaModFix amt="65000"/>
          </a:blip>
          <a:stretch>
            <a:fillRect/>
          </a:stretch>
        </p:blipFill>
        <p:spPr>
          <a:xfrm rot="16200000">
            <a:off x="7230292" y="1896289"/>
            <a:ext cx="6858000" cy="3065418"/>
          </a:xfrm>
          <a:prstGeom prst="rect">
            <a:avLst/>
          </a:prstGeom>
        </p:spPr>
      </p:pic>
      <p:pic>
        <p:nvPicPr>
          <p:cNvPr id="6" name="Picture 5" descr="A picture containing logo&#10;&#10;Description automatically generated">
            <a:extLst>
              <a:ext uri="{FF2B5EF4-FFF2-40B4-BE49-F238E27FC236}">
                <a16:creationId xmlns:a16="http://schemas.microsoft.com/office/drawing/2014/main" id="{CE3F8DC2-31B5-58A9-6728-2B1CF7FCE5E1}"/>
              </a:ext>
            </a:extLst>
          </p:cNvPr>
          <p:cNvPicPr>
            <a:picLocks noChangeAspect="1"/>
          </p:cNvPicPr>
          <p:nvPr userDrawn="1"/>
        </p:nvPicPr>
        <p:blipFill>
          <a:blip r:embed="rId3"/>
          <a:stretch>
            <a:fillRect/>
          </a:stretch>
        </p:blipFill>
        <p:spPr>
          <a:xfrm>
            <a:off x="658406" y="762000"/>
            <a:ext cx="3881968" cy="1066800"/>
          </a:xfrm>
          <a:prstGeom prst="rect">
            <a:avLst/>
          </a:prstGeom>
        </p:spPr>
      </p:pic>
    </p:spTree>
    <p:extLst>
      <p:ext uri="{BB962C8B-B14F-4D97-AF65-F5344CB8AC3E}">
        <p14:creationId xmlns:p14="http://schemas.microsoft.com/office/powerpoint/2010/main" val="263179980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Lst>
          </p:cNvPr>
          <p:cNvGrpSpPr/>
          <p:nvPr userDrawn="1"/>
        </p:nvGrpSpPr>
        <p:grpSpPr>
          <a:xfrm>
            <a:off x="8508273" y="3390029"/>
            <a:ext cx="3672003"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rgbClr val="78113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rgbClr val="71727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Lst>
          </p:cNvPr>
          <p:cNvGrpSpPr/>
          <p:nvPr userDrawn="1"/>
        </p:nvGrpSpPr>
        <p:grpSpPr>
          <a:xfrm flipH="1" flipV="1">
            <a:off x="8508273" y="-46897"/>
            <a:ext cx="3685306"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rgbClr val="BC8D08"/>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rgbClr val="E78F1A"/>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2" name="Title 1">
            <a:extLst>
              <a:ext uri="{FF2B5EF4-FFF2-40B4-BE49-F238E27FC236}">
                <a16:creationId xmlns:a16="http://schemas.microsoft.com/office/drawing/2014/main" id="{9A1CFBBA-B680-A6A7-3C4B-5FEAC4253283}"/>
              </a:ext>
            </a:extLst>
          </p:cNvPr>
          <p:cNvSpPr>
            <a:spLocks noGrp="1"/>
          </p:cNvSpPr>
          <p:nvPr userDrawn="1">
            <p:ph type="title"/>
          </p:nvPr>
        </p:nvSpPr>
        <p:spPr>
          <a:xfrm>
            <a:off x="561769" y="776536"/>
            <a:ext cx="6620079" cy="1490413"/>
          </a:xfrm>
        </p:spPr>
        <p:txBody>
          <a:bodyPr>
            <a:noAutofit/>
          </a:bodyPr>
          <a:lstStyle>
            <a:lvl1pPr algn="l">
              <a:lnSpc>
                <a:spcPct val="100000"/>
              </a:lnSpc>
              <a:defRPr>
                <a:solidFill>
                  <a:srgbClr val="781131"/>
                </a:solidFill>
              </a:defRPr>
            </a:lvl1pPr>
          </a:lstStyle>
          <a:p>
            <a:r>
              <a:rPr lang="en-US" dirty="0"/>
              <a:t>Click to edit Master title style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userDrawn="1">
            <p:ph idx="1"/>
          </p:nvPr>
        </p:nvSpPr>
        <p:spPr>
          <a:xfrm>
            <a:off x="561770" y="2726787"/>
            <a:ext cx="6620080" cy="3122168"/>
          </a:xfrm>
        </p:spPr>
        <p:txBody>
          <a:bodyPr>
            <a:noAutofit/>
          </a:bodyPr>
          <a:lstStyle>
            <a:lvl1pPr marL="0" indent="0">
              <a:lnSpc>
                <a:spcPct val="150000"/>
              </a:lnSpc>
              <a:spcBef>
                <a:spcPts val="0"/>
              </a:spcBef>
              <a:buNone/>
              <a:defRPr sz="2400">
                <a:solidFill>
                  <a:srgbClr val="781131"/>
                </a:solidFill>
              </a:defRPr>
            </a:lvl1pPr>
            <a:lvl2pPr marL="347472">
              <a:lnSpc>
                <a:spcPct val="150000"/>
              </a:lnSpc>
              <a:spcBef>
                <a:spcPts val="0"/>
              </a:spcBef>
              <a:defRPr sz="2000">
                <a:solidFill>
                  <a:srgbClr val="781131"/>
                </a:solidFill>
              </a:defRPr>
            </a:lvl2pPr>
            <a:lvl3pPr marL="685800">
              <a:lnSpc>
                <a:spcPct val="150000"/>
              </a:lnSpc>
              <a:spcBef>
                <a:spcPts val="0"/>
              </a:spcBef>
              <a:defRPr sz="1800">
                <a:solidFill>
                  <a:srgbClr val="781131"/>
                </a:solidFill>
              </a:defRPr>
            </a:lvl3pPr>
          </a:lstStyle>
          <a:p>
            <a:pPr lvl="0"/>
            <a:r>
              <a:rPr lang="en-US" dirty="0"/>
              <a:t>Click to edit Master text styles</a:t>
            </a:r>
          </a:p>
          <a:p>
            <a:pPr lvl="1"/>
            <a:r>
              <a:rPr lang="en-US" dirty="0"/>
              <a:t>Second level</a:t>
            </a:r>
          </a:p>
          <a:p>
            <a:pPr lvl="2"/>
            <a:r>
              <a:rPr lang="en-US" dirty="0"/>
              <a:t>Third level</a:t>
            </a:r>
          </a:p>
        </p:txBody>
      </p:sp>
      <p:pic>
        <p:nvPicPr>
          <p:cNvPr id="4" name="Picture 3" descr="A picture containing logo&#10;&#10;Description automatically generated">
            <a:extLst>
              <a:ext uri="{FF2B5EF4-FFF2-40B4-BE49-F238E27FC236}">
                <a16:creationId xmlns:a16="http://schemas.microsoft.com/office/drawing/2014/main" id="{506E266E-73F6-FD41-8FD0-21EE12CC33C3}"/>
              </a:ext>
            </a:extLst>
          </p:cNvPr>
          <p:cNvPicPr>
            <a:picLocks noChangeAspect="1"/>
          </p:cNvPicPr>
          <p:nvPr userDrawn="1"/>
        </p:nvPicPr>
        <p:blipFill>
          <a:blip r:embed="rId2"/>
          <a:stretch>
            <a:fillRect/>
          </a:stretch>
        </p:blipFill>
        <p:spPr>
          <a:xfrm>
            <a:off x="561770" y="5942641"/>
            <a:ext cx="2664773" cy="732304"/>
          </a:xfrm>
          <a:prstGeom prst="rect">
            <a:avLst/>
          </a:prstGeom>
        </p:spPr>
      </p:pic>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Introduction">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C35EFB42-020B-1DF4-3D42-26092CE45F08}"/>
              </a:ext>
            </a:extLst>
          </p:cNvPr>
          <p:cNvSpPr/>
          <p:nvPr userDrawn="1"/>
        </p:nvSpPr>
        <p:spPr>
          <a:xfrm>
            <a:off x="-1383119" y="3431188"/>
            <a:ext cx="3430200" cy="3430665"/>
          </a:xfrm>
          <a:custGeom>
            <a:avLst/>
            <a:gdLst>
              <a:gd name="connsiteX0" fmla="*/ 0 w 3430200"/>
              <a:gd name="connsiteY0" fmla="*/ 0 h 3430665"/>
              <a:gd name="connsiteX1" fmla="*/ 3430200 w 3430200"/>
              <a:gd name="connsiteY1" fmla="*/ 0 h 3430665"/>
              <a:gd name="connsiteX2" fmla="*/ 3430200 w 3430200"/>
              <a:gd name="connsiteY2" fmla="*/ 3430665 h 3430665"/>
              <a:gd name="connsiteX3" fmla="*/ 0 w 3430200"/>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0" y="0"/>
                </a:moveTo>
                <a:lnTo>
                  <a:pt x="3430200" y="0"/>
                </a:lnTo>
                <a:lnTo>
                  <a:pt x="3430200" y="3430665"/>
                </a:lnTo>
                <a:lnTo>
                  <a:pt x="0" y="3430665"/>
                </a:lnTo>
                <a:close/>
              </a:path>
            </a:pathLst>
          </a:custGeom>
          <a:solidFill>
            <a:srgbClr val="717275">
              <a:alpha val="44000"/>
            </a:srgb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Freeform: Shape 19">
            <a:extLst>
              <a:ext uri="{FF2B5EF4-FFF2-40B4-BE49-F238E27FC236}">
                <a16:creationId xmlns:a16="http://schemas.microsoft.com/office/drawing/2014/main" id="{AB4DD322-D1E0-74CB-BBFF-057426E58EBC}"/>
              </a:ext>
            </a:extLst>
          </p:cNvPr>
          <p:cNvSpPr/>
          <p:nvPr userDrawn="1"/>
        </p:nvSpPr>
        <p:spPr>
          <a:xfrm>
            <a:off x="-1383119" y="3431188"/>
            <a:ext cx="3430200" cy="3430665"/>
          </a:xfrm>
          <a:custGeom>
            <a:avLst/>
            <a:gdLst>
              <a:gd name="connsiteX0" fmla="*/ 3430200 w 3430200"/>
              <a:gd name="connsiteY0" fmla="*/ 0 h 3430665"/>
              <a:gd name="connsiteX1" fmla="*/ 3430200 w 3430200"/>
              <a:gd name="connsiteY1" fmla="*/ 3430665 h 3430665"/>
              <a:gd name="connsiteX2" fmla="*/ 0 w 3430200"/>
              <a:gd name="connsiteY2" fmla="*/ 3430665 h 3430665"/>
              <a:gd name="connsiteX3" fmla="*/ 0 w 3430200"/>
              <a:gd name="connsiteY3" fmla="*/ 3417531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3430200" y="0"/>
                </a:moveTo>
                <a:lnTo>
                  <a:pt x="3430200" y="3430665"/>
                </a:lnTo>
                <a:lnTo>
                  <a:pt x="0" y="3430665"/>
                </a:lnTo>
                <a:lnTo>
                  <a:pt x="0" y="3417531"/>
                </a:lnTo>
                <a:close/>
              </a:path>
            </a:pathLst>
          </a:custGeom>
          <a:solidFill>
            <a:srgbClr val="781131">
              <a:alpha val="45000"/>
            </a:srgb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Shape 13">
            <a:extLst>
              <a:ext uri="{FF2B5EF4-FFF2-40B4-BE49-F238E27FC236}">
                <a16:creationId xmlns:a16="http://schemas.microsoft.com/office/drawing/2014/main" id="{C11D3FCE-EC92-8558-A3E5-04DB12477A3B}"/>
              </a:ext>
            </a:extLst>
          </p:cNvPr>
          <p:cNvSpPr/>
          <p:nvPr userDrawn="1"/>
        </p:nvSpPr>
        <p:spPr>
          <a:xfrm>
            <a:off x="-1376704" y="-12722"/>
            <a:ext cx="3423785" cy="3437345"/>
          </a:xfrm>
          <a:custGeom>
            <a:avLst/>
            <a:gdLst>
              <a:gd name="connsiteX0" fmla="*/ 0 w 3423785"/>
              <a:gd name="connsiteY0" fmla="*/ 0 h 3437345"/>
              <a:gd name="connsiteX1" fmla="*/ 3423785 w 3423785"/>
              <a:gd name="connsiteY1" fmla="*/ 0 h 3437345"/>
              <a:gd name="connsiteX2" fmla="*/ 3423785 w 3423785"/>
              <a:gd name="connsiteY2" fmla="*/ 3437345 h 3437345"/>
              <a:gd name="connsiteX3" fmla="*/ 0 w 342378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423785" h="3437345">
                <a:moveTo>
                  <a:pt x="0" y="0"/>
                </a:moveTo>
                <a:lnTo>
                  <a:pt x="3423785" y="0"/>
                </a:lnTo>
                <a:lnTo>
                  <a:pt x="3423785" y="3437345"/>
                </a:lnTo>
                <a:lnTo>
                  <a:pt x="0" y="3437345"/>
                </a:lnTo>
                <a:close/>
              </a:path>
            </a:pathLst>
          </a:custGeom>
          <a:solidFill>
            <a:schemeClr val="accent5">
              <a:alpha val="49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 name="Title 1"/>
          <p:cNvSpPr>
            <a:spLocks noGrp="1"/>
          </p:cNvSpPr>
          <p:nvPr userDrawn="1">
            <p:ph type="title"/>
          </p:nvPr>
        </p:nvSpPr>
        <p:spPr>
          <a:xfrm>
            <a:off x="2336136" y="640517"/>
            <a:ext cx="9519211" cy="768096"/>
          </a:xfrm>
        </p:spPr>
        <p:txBody>
          <a:bodyPr>
            <a:noAutofit/>
          </a:bodyPr>
          <a:lstStyle>
            <a:lvl1pPr algn="l">
              <a:lnSpc>
                <a:spcPct val="100000"/>
              </a:lnSpc>
              <a:defRPr b="1"/>
            </a:lvl1pPr>
          </a:lstStyle>
          <a:p>
            <a:r>
              <a:rPr lang="en-US" dirty="0"/>
              <a:t>Click to edit Master title style</a:t>
            </a:r>
          </a:p>
        </p:txBody>
      </p:sp>
      <p:sp>
        <p:nvSpPr>
          <p:cNvPr id="3" name="Content Placeholder 2"/>
          <p:cNvSpPr>
            <a:spLocks noGrp="1"/>
          </p:cNvSpPr>
          <p:nvPr userDrawn="1">
            <p:ph idx="1"/>
          </p:nvPr>
        </p:nvSpPr>
        <p:spPr>
          <a:xfrm>
            <a:off x="2336136" y="1499374"/>
            <a:ext cx="9519210" cy="4177525"/>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reeform: Shape 16">
            <a:extLst>
              <a:ext uri="{FF2B5EF4-FFF2-40B4-BE49-F238E27FC236}">
                <a16:creationId xmlns:a16="http://schemas.microsoft.com/office/drawing/2014/main" id="{217CBC9E-B934-828F-2AE5-211CEF5B1D25}"/>
              </a:ext>
            </a:extLst>
          </p:cNvPr>
          <p:cNvSpPr/>
          <p:nvPr userDrawn="1"/>
        </p:nvSpPr>
        <p:spPr>
          <a:xfrm>
            <a:off x="-1376704" y="1276"/>
            <a:ext cx="3423785" cy="3436477"/>
          </a:xfrm>
          <a:custGeom>
            <a:avLst/>
            <a:gdLst>
              <a:gd name="connsiteX0" fmla="*/ 0 w 3423785"/>
              <a:gd name="connsiteY0" fmla="*/ 0 h 3436477"/>
              <a:gd name="connsiteX1" fmla="*/ 3423785 w 3423785"/>
              <a:gd name="connsiteY1" fmla="*/ 3436477 h 3436477"/>
              <a:gd name="connsiteX2" fmla="*/ 0 w 3423785"/>
              <a:gd name="connsiteY2" fmla="*/ 3436477 h 3436477"/>
            </a:gdLst>
            <a:ahLst/>
            <a:cxnLst>
              <a:cxn ang="0">
                <a:pos x="connsiteX0" y="connsiteY0"/>
              </a:cxn>
              <a:cxn ang="0">
                <a:pos x="connsiteX1" y="connsiteY1"/>
              </a:cxn>
              <a:cxn ang="0">
                <a:pos x="connsiteX2" y="connsiteY2"/>
              </a:cxn>
            </a:cxnLst>
            <a:rect l="l" t="t" r="r" b="b"/>
            <a:pathLst>
              <a:path w="3423785" h="3436477">
                <a:moveTo>
                  <a:pt x="0" y="0"/>
                </a:moveTo>
                <a:lnTo>
                  <a:pt x="3423785" y="3436477"/>
                </a:lnTo>
                <a:lnTo>
                  <a:pt x="0" y="3436477"/>
                </a:lnTo>
                <a:close/>
              </a:path>
            </a:pathLst>
          </a:custGeom>
          <a:solidFill>
            <a:srgbClr val="781131">
              <a:alpha val="52000"/>
            </a:srgb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pic>
        <p:nvPicPr>
          <p:cNvPr id="5" name="Picture 4" descr="A picture containing logo&#10;&#10;Description automatically generated">
            <a:extLst>
              <a:ext uri="{FF2B5EF4-FFF2-40B4-BE49-F238E27FC236}">
                <a16:creationId xmlns:a16="http://schemas.microsoft.com/office/drawing/2014/main" id="{817101F1-199D-B31C-AEE7-34A6A7B1B74B}"/>
              </a:ext>
            </a:extLst>
          </p:cNvPr>
          <p:cNvPicPr>
            <a:picLocks noChangeAspect="1"/>
          </p:cNvPicPr>
          <p:nvPr userDrawn="1"/>
        </p:nvPicPr>
        <p:blipFill>
          <a:blip r:embed="rId2"/>
          <a:stretch>
            <a:fillRect/>
          </a:stretch>
        </p:blipFill>
        <p:spPr>
          <a:xfrm>
            <a:off x="9317677" y="5867946"/>
            <a:ext cx="2664773" cy="732304"/>
          </a:xfrm>
          <a:prstGeom prst="rect">
            <a:avLst/>
          </a:prstGeom>
        </p:spPr>
      </p:pic>
    </p:spTree>
    <p:extLst>
      <p:ext uri="{BB962C8B-B14F-4D97-AF65-F5344CB8AC3E}">
        <p14:creationId xmlns:p14="http://schemas.microsoft.com/office/powerpoint/2010/main" val="772183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hart">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id="{2459EA3C-8B88-5F1F-531E-7DA7DE55710B}"/>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a:xfrm>
            <a:off x="758952" y="844677"/>
            <a:ext cx="10671048" cy="768096"/>
          </a:xfrm>
        </p:spPr>
        <p:txBody>
          <a:bodyPr>
            <a:noAutofit/>
          </a:bodyPr>
          <a:lstStyle>
            <a:lvl1pPr>
              <a:lnSpc>
                <a:spcPct val="100000"/>
              </a:lnSpc>
              <a:defRPr>
                <a:solidFill>
                  <a:srgbClr val="781131"/>
                </a:solidFill>
              </a:defRPr>
            </a:lvl1pPr>
          </a:lstStyle>
          <a:p>
            <a:r>
              <a:rPr lang="en-US" dirty="0"/>
              <a:t>Click to edit Master title style</a:t>
            </a:r>
          </a:p>
        </p:txBody>
      </p:sp>
      <p:sp>
        <p:nvSpPr>
          <p:cNvPr id="3" name="Content Placeholder 2"/>
          <p:cNvSpPr>
            <a:spLocks noGrp="1"/>
          </p:cNvSpPr>
          <p:nvPr>
            <p:ph sz="half" idx="1"/>
          </p:nvPr>
        </p:nvSpPr>
        <p:spPr>
          <a:xfrm>
            <a:off x="758952" y="1809750"/>
            <a:ext cx="10671048" cy="4429125"/>
          </a:xfrm>
        </p:spPr>
        <p:txBody>
          <a:bodyPr>
            <a:no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descr="A picture containing logo&#10;&#10;Description automatically generated">
            <a:extLst>
              <a:ext uri="{FF2B5EF4-FFF2-40B4-BE49-F238E27FC236}">
                <a16:creationId xmlns:a16="http://schemas.microsoft.com/office/drawing/2014/main" id="{43F04162-4711-6C0A-B346-079EBFEF5A06}"/>
              </a:ext>
            </a:extLst>
          </p:cNvPr>
          <p:cNvPicPr>
            <a:picLocks noChangeAspect="1"/>
          </p:cNvPicPr>
          <p:nvPr userDrawn="1"/>
        </p:nvPicPr>
        <p:blipFill>
          <a:blip r:embed="rId2"/>
          <a:stretch>
            <a:fillRect/>
          </a:stretch>
        </p:blipFill>
        <p:spPr>
          <a:xfrm>
            <a:off x="9317677" y="5867946"/>
            <a:ext cx="2664773" cy="732304"/>
          </a:xfrm>
          <a:prstGeom prst="rect">
            <a:avLst/>
          </a:prstGeom>
        </p:spPr>
      </p:pic>
    </p:spTree>
    <p:extLst>
      <p:ext uri="{BB962C8B-B14F-4D97-AF65-F5344CB8AC3E}">
        <p14:creationId xmlns:p14="http://schemas.microsoft.com/office/powerpoint/2010/main" val="22080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B0C0F070-237F-C60F-3458-4D4D9BA0A222}"/>
              </a:ext>
            </a:extLst>
          </p:cNvPr>
          <p:cNvSpPr/>
          <p:nvPr userDrawn="1"/>
        </p:nvSpPr>
        <p:spPr>
          <a:xfrm>
            <a:off x="9866106" y="0"/>
            <a:ext cx="2325894" cy="2180854"/>
          </a:xfrm>
          <a:custGeom>
            <a:avLst/>
            <a:gdLst>
              <a:gd name="connsiteX0" fmla="*/ 2066927 w 2325894"/>
              <a:gd name="connsiteY0" fmla="*/ 0 h 2180854"/>
              <a:gd name="connsiteX1" fmla="*/ 2098882 w 2325894"/>
              <a:gd name="connsiteY1" fmla="*/ 0 h 2180854"/>
              <a:gd name="connsiteX2" fmla="*/ 2128893 w 2325894"/>
              <a:gd name="connsiteY2" fmla="*/ 44463 h 2180854"/>
              <a:gd name="connsiteX3" fmla="*/ 2269798 w 2325894"/>
              <a:gd name="connsiteY3" fmla="*/ 120493 h 2180854"/>
              <a:gd name="connsiteX4" fmla="*/ 2325894 w 2325894"/>
              <a:gd name="connsiteY4" fmla="*/ 126162 h 2180854"/>
              <a:gd name="connsiteX5" fmla="*/ 2325894 w 2325894"/>
              <a:gd name="connsiteY5" fmla="*/ 149263 h 2180854"/>
              <a:gd name="connsiteX6" fmla="*/ 2265120 w 2325894"/>
              <a:gd name="connsiteY6" fmla="*/ 143117 h 2180854"/>
              <a:gd name="connsiteX7" fmla="*/ 2075647 w 2325894"/>
              <a:gd name="connsiteY7" fmla="*/ 16048 h 2180854"/>
              <a:gd name="connsiteX8" fmla="*/ 1926448 w 2325894"/>
              <a:gd name="connsiteY8" fmla="*/ 0 h 2180854"/>
              <a:gd name="connsiteX9" fmla="*/ 1950522 w 2325894"/>
              <a:gd name="connsiteY9" fmla="*/ 0 h 2180854"/>
              <a:gd name="connsiteX10" fmla="*/ 1952130 w 2325894"/>
              <a:gd name="connsiteY10" fmla="*/ 5167 h 2180854"/>
              <a:gd name="connsiteX11" fmla="*/ 2244242 w 2325894"/>
              <a:gd name="connsiteY11" fmla="*/ 244834 h 2180854"/>
              <a:gd name="connsiteX12" fmla="*/ 2325894 w 2325894"/>
              <a:gd name="connsiteY12" fmla="*/ 253091 h 2180854"/>
              <a:gd name="connsiteX13" fmla="*/ 2325894 w 2325894"/>
              <a:gd name="connsiteY13" fmla="*/ 276192 h 2180854"/>
              <a:gd name="connsiteX14" fmla="*/ 2239598 w 2325894"/>
              <a:gd name="connsiteY14" fmla="*/ 267464 h 2180854"/>
              <a:gd name="connsiteX15" fmla="*/ 1930848 w 2325894"/>
              <a:gd name="connsiteY15" fmla="*/ 14141 h 2180854"/>
              <a:gd name="connsiteX16" fmla="*/ 1794114 w 2325894"/>
              <a:gd name="connsiteY16" fmla="*/ 0 h 2180854"/>
              <a:gd name="connsiteX17" fmla="*/ 1818202 w 2325894"/>
              <a:gd name="connsiteY17" fmla="*/ 0 h 2180854"/>
              <a:gd name="connsiteX18" fmla="*/ 1835170 w 2325894"/>
              <a:gd name="connsiteY18" fmla="*/ 54535 h 2180854"/>
              <a:gd name="connsiteX19" fmla="*/ 2218687 w 2325894"/>
              <a:gd name="connsiteY19" fmla="*/ 369191 h 2180854"/>
              <a:gd name="connsiteX20" fmla="*/ 2325894 w 2325894"/>
              <a:gd name="connsiteY20" fmla="*/ 380032 h 2180854"/>
              <a:gd name="connsiteX21" fmla="*/ 2325894 w 2325894"/>
              <a:gd name="connsiteY21" fmla="*/ 403132 h 2180854"/>
              <a:gd name="connsiteX22" fmla="*/ 2214043 w 2325894"/>
              <a:gd name="connsiteY22" fmla="*/ 391825 h 2180854"/>
              <a:gd name="connsiteX23" fmla="*/ 1813889 w 2325894"/>
              <a:gd name="connsiteY23" fmla="*/ 63559 h 2180854"/>
              <a:gd name="connsiteX24" fmla="*/ 1661683 w 2325894"/>
              <a:gd name="connsiteY24" fmla="*/ 0 h 2180854"/>
              <a:gd name="connsiteX25" fmla="*/ 1685874 w 2325894"/>
              <a:gd name="connsiteY25" fmla="*/ 0 h 2180854"/>
              <a:gd name="connsiteX26" fmla="*/ 1718212 w 2325894"/>
              <a:gd name="connsiteY26" fmla="*/ 103965 h 2180854"/>
              <a:gd name="connsiteX27" fmla="*/ 2193133 w 2325894"/>
              <a:gd name="connsiteY27" fmla="*/ 493659 h 2180854"/>
              <a:gd name="connsiteX28" fmla="*/ 2325894 w 2325894"/>
              <a:gd name="connsiteY28" fmla="*/ 507083 h 2180854"/>
              <a:gd name="connsiteX29" fmla="*/ 2325894 w 2325894"/>
              <a:gd name="connsiteY29" fmla="*/ 530183 h 2180854"/>
              <a:gd name="connsiteX30" fmla="*/ 2188450 w 2325894"/>
              <a:gd name="connsiteY30" fmla="*/ 516288 h 2180854"/>
              <a:gd name="connsiteX31" fmla="*/ 1696817 w 2325894"/>
              <a:gd name="connsiteY31" fmla="*/ 112939 h 2180854"/>
              <a:gd name="connsiteX32" fmla="*/ 1531553 w 2325894"/>
              <a:gd name="connsiteY32" fmla="*/ 0 h 2180854"/>
              <a:gd name="connsiteX33" fmla="*/ 1554659 w 2325894"/>
              <a:gd name="connsiteY33" fmla="*/ 0 h 2180854"/>
              <a:gd name="connsiteX34" fmla="*/ 1555243 w 2325894"/>
              <a:gd name="connsiteY34" fmla="*/ 5776 h 2180854"/>
              <a:gd name="connsiteX35" fmla="*/ 2245588 w 2325894"/>
              <a:gd name="connsiteY35" fmla="*/ 629962 h 2180854"/>
              <a:gd name="connsiteX36" fmla="*/ 2325894 w 2325894"/>
              <a:gd name="connsiteY36" fmla="*/ 634030 h 2180854"/>
              <a:gd name="connsiteX37" fmla="*/ 2325894 w 2325894"/>
              <a:gd name="connsiteY37" fmla="*/ 657131 h 2180854"/>
              <a:gd name="connsiteX38" fmla="*/ 2243214 w 2325894"/>
              <a:gd name="connsiteY38" fmla="*/ 652943 h 2180854"/>
              <a:gd name="connsiteX39" fmla="*/ 1532607 w 2325894"/>
              <a:gd name="connsiteY39" fmla="*/ 10419 h 2180854"/>
              <a:gd name="connsiteX40" fmla="*/ 1404609 w 2325894"/>
              <a:gd name="connsiteY40" fmla="*/ 0 h 2180854"/>
              <a:gd name="connsiteX41" fmla="*/ 1427709 w 2325894"/>
              <a:gd name="connsiteY41" fmla="*/ 0 h 2180854"/>
              <a:gd name="connsiteX42" fmla="*/ 1430873 w 2325894"/>
              <a:gd name="connsiteY42" fmla="*/ 31287 h 2180854"/>
              <a:gd name="connsiteX43" fmla="*/ 2232606 w 2325894"/>
              <a:gd name="connsiteY43" fmla="*/ 756233 h 2180854"/>
              <a:gd name="connsiteX44" fmla="*/ 2325894 w 2325894"/>
              <a:gd name="connsiteY44" fmla="*/ 760959 h 2180854"/>
              <a:gd name="connsiteX45" fmla="*/ 2325894 w 2325894"/>
              <a:gd name="connsiteY45" fmla="*/ 784060 h 2180854"/>
              <a:gd name="connsiteX46" fmla="*/ 2230270 w 2325894"/>
              <a:gd name="connsiteY46" fmla="*/ 779216 h 2180854"/>
              <a:gd name="connsiteX47" fmla="*/ 1408246 w 2325894"/>
              <a:gd name="connsiteY47" fmla="*/ 35964 h 2180854"/>
              <a:gd name="connsiteX48" fmla="*/ 1274343 w 2325894"/>
              <a:gd name="connsiteY48" fmla="*/ 0 h 2180854"/>
              <a:gd name="connsiteX49" fmla="*/ 1300756 w 2325894"/>
              <a:gd name="connsiteY49" fmla="*/ 0 h 2180854"/>
              <a:gd name="connsiteX50" fmla="*/ 1306507 w 2325894"/>
              <a:gd name="connsiteY50" fmla="*/ 56884 h 2180854"/>
              <a:gd name="connsiteX51" fmla="*/ 2219643 w 2325894"/>
              <a:gd name="connsiteY51" fmla="*/ 882640 h 2180854"/>
              <a:gd name="connsiteX52" fmla="*/ 2325894 w 2325894"/>
              <a:gd name="connsiteY52" fmla="*/ 888022 h 2180854"/>
              <a:gd name="connsiteX53" fmla="*/ 2325894 w 2325894"/>
              <a:gd name="connsiteY53" fmla="*/ 911123 h 2180854"/>
              <a:gd name="connsiteX54" fmla="*/ 2217286 w 2325894"/>
              <a:gd name="connsiteY54" fmla="*/ 905621 h 2180854"/>
              <a:gd name="connsiteX55" fmla="*/ 1283761 w 2325894"/>
              <a:gd name="connsiteY55" fmla="*/ 61528 h 2180854"/>
              <a:gd name="connsiteX56" fmla="*/ 1146071 w 2325894"/>
              <a:gd name="connsiteY56" fmla="*/ 0 h 2180854"/>
              <a:gd name="connsiteX57" fmla="*/ 1169414 w 2325894"/>
              <a:gd name="connsiteY57" fmla="*/ 0 h 2180854"/>
              <a:gd name="connsiteX58" fmla="*/ 1182030 w 2325894"/>
              <a:gd name="connsiteY58" fmla="*/ 82429 h 2180854"/>
              <a:gd name="connsiteX59" fmla="*/ 2206679 w 2325894"/>
              <a:gd name="connsiteY59" fmla="*/ 1008912 h 2180854"/>
              <a:gd name="connsiteX60" fmla="*/ 2325894 w 2325894"/>
              <a:gd name="connsiteY60" fmla="*/ 1014951 h 2180854"/>
              <a:gd name="connsiteX61" fmla="*/ 2325894 w 2325894"/>
              <a:gd name="connsiteY61" fmla="*/ 1038052 h 2180854"/>
              <a:gd name="connsiteX62" fmla="*/ 2204323 w 2325894"/>
              <a:gd name="connsiteY62" fmla="*/ 1031893 h 2180854"/>
              <a:gd name="connsiteX63" fmla="*/ 1159398 w 2325894"/>
              <a:gd name="connsiteY63" fmla="*/ 87072 h 2180854"/>
              <a:gd name="connsiteX64" fmla="*/ 1017789 w 2325894"/>
              <a:gd name="connsiteY64" fmla="*/ 0 h 2180854"/>
              <a:gd name="connsiteX65" fmla="*/ 1041132 w 2325894"/>
              <a:gd name="connsiteY65" fmla="*/ 0 h 2180854"/>
              <a:gd name="connsiteX66" fmla="*/ 1057661 w 2325894"/>
              <a:gd name="connsiteY66" fmla="*/ 107992 h 2180854"/>
              <a:gd name="connsiteX67" fmla="*/ 2193716 w 2325894"/>
              <a:gd name="connsiteY67" fmla="*/ 1135208 h 2180854"/>
              <a:gd name="connsiteX68" fmla="*/ 2325894 w 2325894"/>
              <a:gd name="connsiteY68" fmla="*/ 1141903 h 2180854"/>
              <a:gd name="connsiteX69" fmla="*/ 2325894 w 2325894"/>
              <a:gd name="connsiteY69" fmla="*/ 1165004 h 2180854"/>
              <a:gd name="connsiteX70" fmla="*/ 2191361 w 2325894"/>
              <a:gd name="connsiteY70" fmla="*/ 1158189 h 2180854"/>
              <a:gd name="connsiteX71" fmla="*/ 1035029 w 2325894"/>
              <a:gd name="connsiteY71" fmla="*/ 112636 h 2180854"/>
              <a:gd name="connsiteX72" fmla="*/ 889397 w 2325894"/>
              <a:gd name="connsiteY72" fmla="*/ 0 h 2180854"/>
              <a:gd name="connsiteX73" fmla="*/ 912837 w 2325894"/>
              <a:gd name="connsiteY73" fmla="*/ 0 h 2180854"/>
              <a:gd name="connsiteX74" fmla="*/ 933296 w 2325894"/>
              <a:gd name="connsiteY74" fmla="*/ 133667 h 2180854"/>
              <a:gd name="connsiteX75" fmla="*/ 2180754 w 2325894"/>
              <a:gd name="connsiteY75" fmla="*/ 1261608 h 2180854"/>
              <a:gd name="connsiteX76" fmla="*/ 2325894 w 2325894"/>
              <a:gd name="connsiteY76" fmla="*/ 1268960 h 2180854"/>
              <a:gd name="connsiteX77" fmla="*/ 2325894 w 2325894"/>
              <a:gd name="connsiteY77" fmla="*/ 1292061 h 2180854"/>
              <a:gd name="connsiteX78" fmla="*/ 2178378 w 2325894"/>
              <a:gd name="connsiteY78" fmla="*/ 1284588 h 2180854"/>
              <a:gd name="connsiteX79" fmla="*/ 910550 w 2325894"/>
              <a:gd name="connsiteY79" fmla="*/ 138199 h 2180854"/>
              <a:gd name="connsiteX80" fmla="*/ 761929 w 2325894"/>
              <a:gd name="connsiteY80" fmla="*/ 0 h 2180854"/>
              <a:gd name="connsiteX81" fmla="*/ 785032 w 2325894"/>
              <a:gd name="connsiteY81" fmla="*/ 0 h 2180854"/>
              <a:gd name="connsiteX82" fmla="*/ 785312 w 2325894"/>
              <a:gd name="connsiteY82" fmla="*/ 5523 h 2180854"/>
              <a:gd name="connsiteX83" fmla="*/ 2167790 w 2325894"/>
              <a:gd name="connsiteY83" fmla="*/ 1387884 h 2180854"/>
              <a:gd name="connsiteX84" fmla="*/ 2325894 w 2325894"/>
              <a:gd name="connsiteY84" fmla="*/ 1395894 h 2180854"/>
              <a:gd name="connsiteX85" fmla="*/ 2325894 w 2325894"/>
              <a:gd name="connsiteY85" fmla="*/ 1418995 h 2180854"/>
              <a:gd name="connsiteX86" fmla="*/ 2165434 w 2325894"/>
              <a:gd name="connsiteY86" fmla="*/ 1410866 h 2180854"/>
              <a:gd name="connsiteX87" fmla="*/ 762328 w 2325894"/>
              <a:gd name="connsiteY87" fmla="*/ 7877 h 2180854"/>
              <a:gd name="connsiteX88" fmla="*/ 634980 w 2325894"/>
              <a:gd name="connsiteY88" fmla="*/ 0 h 2180854"/>
              <a:gd name="connsiteX89" fmla="*/ 658083 w 2325894"/>
              <a:gd name="connsiteY89" fmla="*/ 0 h 2180854"/>
              <a:gd name="connsiteX90" fmla="*/ 659019 w 2325894"/>
              <a:gd name="connsiteY90" fmla="*/ 18476 h 2180854"/>
              <a:gd name="connsiteX91" fmla="*/ 2154827 w 2325894"/>
              <a:gd name="connsiteY91" fmla="*/ 1514157 h 2180854"/>
              <a:gd name="connsiteX92" fmla="*/ 2325894 w 2325894"/>
              <a:gd name="connsiteY92" fmla="*/ 1522823 h 2180854"/>
              <a:gd name="connsiteX93" fmla="*/ 2325894 w 2325894"/>
              <a:gd name="connsiteY93" fmla="*/ 1545924 h 2180854"/>
              <a:gd name="connsiteX94" fmla="*/ 2152472 w 2325894"/>
              <a:gd name="connsiteY94" fmla="*/ 1537138 h 2180854"/>
              <a:gd name="connsiteX95" fmla="*/ 636036 w 2325894"/>
              <a:gd name="connsiteY95" fmla="*/ 20831 h 2180854"/>
              <a:gd name="connsiteX96" fmla="*/ 507911 w 2325894"/>
              <a:gd name="connsiteY96" fmla="*/ 0 h 2180854"/>
              <a:gd name="connsiteX97" fmla="*/ 531128 w 2325894"/>
              <a:gd name="connsiteY97" fmla="*/ 0 h 2180854"/>
              <a:gd name="connsiteX98" fmla="*/ 532727 w 2325894"/>
              <a:gd name="connsiteY98" fmla="*/ 31559 h 2180854"/>
              <a:gd name="connsiteX99" fmla="*/ 2141864 w 2325894"/>
              <a:gd name="connsiteY99" fmla="*/ 1640562 h 2180854"/>
              <a:gd name="connsiteX100" fmla="*/ 2325894 w 2325894"/>
              <a:gd name="connsiteY100" fmla="*/ 1649885 h 2180854"/>
              <a:gd name="connsiteX101" fmla="*/ 2325894 w 2325894"/>
              <a:gd name="connsiteY101" fmla="*/ 1672981 h 2180854"/>
              <a:gd name="connsiteX102" fmla="*/ 2139488 w 2325894"/>
              <a:gd name="connsiteY102" fmla="*/ 1663539 h 2180854"/>
              <a:gd name="connsiteX103" fmla="*/ 509624 w 2325894"/>
              <a:gd name="connsiteY103" fmla="*/ 33818 h 2180854"/>
              <a:gd name="connsiteX104" fmla="*/ 380961 w 2325894"/>
              <a:gd name="connsiteY104" fmla="*/ 0 h 2180854"/>
              <a:gd name="connsiteX105" fmla="*/ 404065 w 2325894"/>
              <a:gd name="connsiteY105" fmla="*/ 0 h 2180854"/>
              <a:gd name="connsiteX106" fmla="*/ 406316 w 2325894"/>
              <a:gd name="connsiteY106" fmla="*/ 44437 h 2180854"/>
              <a:gd name="connsiteX107" fmla="*/ 2128900 w 2325894"/>
              <a:gd name="connsiteY107" fmla="*/ 1766854 h 2180854"/>
              <a:gd name="connsiteX108" fmla="*/ 2325894 w 2325894"/>
              <a:gd name="connsiteY108" fmla="*/ 1776833 h 2180854"/>
              <a:gd name="connsiteX109" fmla="*/ 2325894 w 2325894"/>
              <a:gd name="connsiteY109" fmla="*/ 1799934 h 2180854"/>
              <a:gd name="connsiteX110" fmla="*/ 2126525 w 2325894"/>
              <a:gd name="connsiteY110" fmla="*/ 1789835 h 2180854"/>
              <a:gd name="connsiteX111" fmla="*/ 383332 w 2325894"/>
              <a:gd name="connsiteY111" fmla="*/ 46792 h 2180854"/>
              <a:gd name="connsiteX112" fmla="*/ 254013 w 2325894"/>
              <a:gd name="connsiteY112" fmla="*/ 0 h 2180854"/>
              <a:gd name="connsiteX113" fmla="*/ 277116 w 2325894"/>
              <a:gd name="connsiteY113" fmla="*/ 0 h 2180854"/>
              <a:gd name="connsiteX114" fmla="*/ 280023 w 2325894"/>
              <a:gd name="connsiteY114" fmla="*/ 57371 h 2180854"/>
              <a:gd name="connsiteX115" fmla="*/ 2115917 w 2325894"/>
              <a:gd name="connsiteY115" fmla="*/ 1893125 h 2180854"/>
              <a:gd name="connsiteX116" fmla="*/ 2325894 w 2325894"/>
              <a:gd name="connsiteY116" fmla="*/ 1903762 h 2180854"/>
              <a:gd name="connsiteX117" fmla="*/ 2325894 w 2325894"/>
              <a:gd name="connsiteY117" fmla="*/ 1926863 h 2180854"/>
              <a:gd name="connsiteX118" fmla="*/ 2113563 w 2325894"/>
              <a:gd name="connsiteY118" fmla="*/ 1916107 h 2180854"/>
              <a:gd name="connsiteX119" fmla="*/ 257040 w 2325894"/>
              <a:gd name="connsiteY119" fmla="*/ 59745 h 2180854"/>
              <a:gd name="connsiteX120" fmla="*/ 126949 w 2325894"/>
              <a:gd name="connsiteY120" fmla="*/ 0 h 2180854"/>
              <a:gd name="connsiteX121" fmla="*/ 150160 w 2325894"/>
              <a:gd name="connsiteY121" fmla="*/ 0 h 2180854"/>
              <a:gd name="connsiteX122" fmla="*/ 153729 w 2325894"/>
              <a:gd name="connsiteY122" fmla="*/ 70454 h 2180854"/>
              <a:gd name="connsiteX123" fmla="*/ 2102955 w 2325894"/>
              <a:gd name="connsiteY123" fmla="*/ 2019530 h 2180854"/>
              <a:gd name="connsiteX124" fmla="*/ 2325894 w 2325894"/>
              <a:gd name="connsiteY124" fmla="*/ 2030824 h 2180854"/>
              <a:gd name="connsiteX125" fmla="*/ 2325894 w 2325894"/>
              <a:gd name="connsiteY125" fmla="*/ 2053925 h 2180854"/>
              <a:gd name="connsiteX126" fmla="*/ 2100598 w 2325894"/>
              <a:gd name="connsiteY126" fmla="*/ 2042512 h 2180854"/>
              <a:gd name="connsiteX127" fmla="*/ 130633 w 2325894"/>
              <a:gd name="connsiteY127" fmla="*/ 72714 h 2180854"/>
              <a:gd name="connsiteX128" fmla="*/ 0 w 2325894"/>
              <a:gd name="connsiteY128" fmla="*/ 0 h 2180854"/>
              <a:gd name="connsiteX129" fmla="*/ 23103 w 2325894"/>
              <a:gd name="connsiteY129" fmla="*/ 0 h 2180854"/>
              <a:gd name="connsiteX130" fmla="*/ 27324 w 2325894"/>
              <a:gd name="connsiteY130" fmla="*/ 83311 h 2180854"/>
              <a:gd name="connsiteX131" fmla="*/ 2089991 w 2325894"/>
              <a:gd name="connsiteY131" fmla="*/ 2145803 h 2180854"/>
              <a:gd name="connsiteX132" fmla="*/ 2325894 w 2325894"/>
              <a:gd name="connsiteY132" fmla="*/ 2157753 h 2180854"/>
              <a:gd name="connsiteX133" fmla="*/ 2325894 w 2325894"/>
              <a:gd name="connsiteY133" fmla="*/ 2180854 h 2180854"/>
              <a:gd name="connsiteX134" fmla="*/ 2087636 w 2325894"/>
              <a:gd name="connsiteY134" fmla="*/ 2168784 h 2180854"/>
              <a:gd name="connsiteX135" fmla="*/ 4341 w 2325894"/>
              <a:gd name="connsiteY135" fmla="*/ 85667 h 218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2325894" h="2180854">
                <a:moveTo>
                  <a:pt x="2066927" y="0"/>
                </a:moveTo>
                <a:lnTo>
                  <a:pt x="2098882" y="0"/>
                </a:lnTo>
                <a:lnTo>
                  <a:pt x="2128893" y="44463"/>
                </a:lnTo>
                <a:cubicBezTo>
                  <a:pt x="2166753" y="82308"/>
                  <a:pt x="2215417" y="109341"/>
                  <a:pt x="2269798" y="120493"/>
                </a:cubicBezTo>
                <a:lnTo>
                  <a:pt x="2325894" y="126162"/>
                </a:lnTo>
                <a:lnTo>
                  <a:pt x="2325894" y="149263"/>
                </a:lnTo>
                <a:lnTo>
                  <a:pt x="2265120" y="143117"/>
                </a:lnTo>
                <a:cubicBezTo>
                  <a:pt x="2186576" y="127002"/>
                  <a:pt x="2119077" y="80290"/>
                  <a:pt x="2075647" y="16048"/>
                </a:cubicBezTo>
                <a:close/>
                <a:moveTo>
                  <a:pt x="1926448" y="0"/>
                </a:moveTo>
                <a:lnTo>
                  <a:pt x="1950522" y="0"/>
                </a:lnTo>
                <a:lnTo>
                  <a:pt x="1952130" y="5167"/>
                </a:lnTo>
                <a:cubicBezTo>
                  <a:pt x="2003529" y="126455"/>
                  <a:pt x="2112323" y="217766"/>
                  <a:pt x="2244242" y="244834"/>
                </a:cubicBezTo>
                <a:lnTo>
                  <a:pt x="2325894" y="253091"/>
                </a:lnTo>
                <a:lnTo>
                  <a:pt x="2325894" y="276192"/>
                </a:lnTo>
                <a:lnTo>
                  <a:pt x="2239598" y="267464"/>
                </a:lnTo>
                <a:cubicBezTo>
                  <a:pt x="2100173" y="238852"/>
                  <a:pt x="1985178" y="142334"/>
                  <a:pt x="1930848" y="14141"/>
                </a:cubicBezTo>
                <a:close/>
                <a:moveTo>
                  <a:pt x="1794114" y="0"/>
                </a:moveTo>
                <a:lnTo>
                  <a:pt x="1818202" y="0"/>
                </a:lnTo>
                <a:lnTo>
                  <a:pt x="1835170" y="54535"/>
                </a:lnTo>
                <a:cubicBezTo>
                  <a:pt x="1902650" y="213778"/>
                  <a:pt x="2045483" y="333656"/>
                  <a:pt x="2218687" y="369191"/>
                </a:cubicBezTo>
                <a:lnTo>
                  <a:pt x="2325894" y="380032"/>
                </a:lnTo>
                <a:lnTo>
                  <a:pt x="2325894" y="403132"/>
                </a:lnTo>
                <a:lnTo>
                  <a:pt x="2214043" y="391825"/>
                </a:lnTo>
                <a:cubicBezTo>
                  <a:pt x="2033333" y="354761"/>
                  <a:pt x="1884299" y="229720"/>
                  <a:pt x="1813889" y="63559"/>
                </a:cubicBezTo>
                <a:close/>
                <a:moveTo>
                  <a:pt x="1661683" y="0"/>
                </a:moveTo>
                <a:lnTo>
                  <a:pt x="1685874" y="0"/>
                </a:lnTo>
                <a:lnTo>
                  <a:pt x="1718212" y="103965"/>
                </a:lnTo>
                <a:cubicBezTo>
                  <a:pt x="1801772" y="301203"/>
                  <a:pt x="1978643" y="449654"/>
                  <a:pt x="2193133" y="493659"/>
                </a:cubicBezTo>
                <a:lnTo>
                  <a:pt x="2325894" y="507083"/>
                </a:lnTo>
                <a:lnTo>
                  <a:pt x="2325894" y="530183"/>
                </a:lnTo>
                <a:lnTo>
                  <a:pt x="2188450" y="516288"/>
                </a:lnTo>
                <a:cubicBezTo>
                  <a:pt x="1966399" y="470740"/>
                  <a:pt x="1783312" y="317082"/>
                  <a:pt x="1696817" y="112939"/>
                </a:cubicBezTo>
                <a:close/>
                <a:moveTo>
                  <a:pt x="1531553" y="0"/>
                </a:moveTo>
                <a:lnTo>
                  <a:pt x="1554659" y="0"/>
                </a:lnTo>
                <a:lnTo>
                  <a:pt x="1555243" y="5776"/>
                </a:lnTo>
                <a:cubicBezTo>
                  <a:pt x="1623483" y="338327"/>
                  <a:pt x="1902268" y="594992"/>
                  <a:pt x="2245588" y="629962"/>
                </a:cubicBezTo>
                <a:lnTo>
                  <a:pt x="2325894" y="634030"/>
                </a:lnTo>
                <a:lnTo>
                  <a:pt x="2325894" y="657131"/>
                </a:lnTo>
                <a:lnTo>
                  <a:pt x="2243214" y="652943"/>
                </a:lnTo>
                <a:cubicBezTo>
                  <a:pt x="1889750" y="616944"/>
                  <a:pt x="1602834" y="352727"/>
                  <a:pt x="1532607" y="10419"/>
                </a:cubicBezTo>
                <a:close/>
                <a:moveTo>
                  <a:pt x="1404609" y="0"/>
                </a:moveTo>
                <a:lnTo>
                  <a:pt x="1427709" y="0"/>
                </a:lnTo>
                <a:lnTo>
                  <a:pt x="1430873" y="31287"/>
                </a:lnTo>
                <a:cubicBezTo>
                  <a:pt x="1510102" y="417452"/>
                  <a:pt x="1833798" y="715609"/>
                  <a:pt x="2232606" y="756233"/>
                </a:cubicBezTo>
                <a:lnTo>
                  <a:pt x="2325894" y="760959"/>
                </a:lnTo>
                <a:lnTo>
                  <a:pt x="2325894" y="784060"/>
                </a:lnTo>
                <a:lnTo>
                  <a:pt x="2230270" y="779216"/>
                </a:lnTo>
                <a:cubicBezTo>
                  <a:pt x="1821463" y="737574"/>
                  <a:pt x="1489501" y="431938"/>
                  <a:pt x="1408246" y="35964"/>
                </a:cubicBezTo>
                <a:close/>
                <a:moveTo>
                  <a:pt x="1274343" y="0"/>
                </a:moveTo>
                <a:lnTo>
                  <a:pt x="1300756" y="0"/>
                </a:lnTo>
                <a:lnTo>
                  <a:pt x="1306507" y="56884"/>
                </a:lnTo>
                <a:cubicBezTo>
                  <a:pt x="1396745" y="496788"/>
                  <a:pt x="1765420" y="836372"/>
                  <a:pt x="2219643" y="882640"/>
                </a:cubicBezTo>
                <a:lnTo>
                  <a:pt x="2325894" y="888022"/>
                </a:lnTo>
                <a:lnTo>
                  <a:pt x="2325894" y="911123"/>
                </a:lnTo>
                <a:lnTo>
                  <a:pt x="2217286" y="905621"/>
                </a:lnTo>
                <a:cubicBezTo>
                  <a:pt x="1752979" y="858324"/>
                  <a:pt x="1376027" y="511189"/>
                  <a:pt x="1283761" y="61528"/>
                </a:cubicBezTo>
                <a:close/>
                <a:moveTo>
                  <a:pt x="1146071" y="0"/>
                </a:moveTo>
                <a:lnTo>
                  <a:pt x="1169414" y="0"/>
                </a:lnTo>
                <a:lnTo>
                  <a:pt x="1182030" y="82429"/>
                </a:lnTo>
                <a:cubicBezTo>
                  <a:pt x="1283296" y="576000"/>
                  <a:pt x="1697029" y="957001"/>
                  <a:pt x="2206679" y="1008912"/>
                </a:cubicBezTo>
                <a:lnTo>
                  <a:pt x="2325894" y="1014951"/>
                </a:lnTo>
                <a:lnTo>
                  <a:pt x="2325894" y="1038052"/>
                </a:lnTo>
                <a:lnTo>
                  <a:pt x="2204323" y="1031893"/>
                </a:lnTo>
                <a:cubicBezTo>
                  <a:pt x="1684600" y="978953"/>
                  <a:pt x="1262670" y="590398"/>
                  <a:pt x="1159398" y="87072"/>
                </a:cubicBezTo>
                <a:close/>
                <a:moveTo>
                  <a:pt x="1017789" y="0"/>
                </a:moveTo>
                <a:lnTo>
                  <a:pt x="1041132" y="0"/>
                </a:lnTo>
                <a:lnTo>
                  <a:pt x="1057661" y="107992"/>
                </a:lnTo>
                <a:cubicBezTo>
                  <a:pt x="1169939" y="655229"/>
                  <a:pt x="1628650" y="1077653"/>
                  <a:pt x="2193716" y="1135208"/>
                </a:cubicBezTo>
                <a:lnTo>
                  <a:pt x="2325894" y="1141903"/>
                </a:lnTo>
                <a:lnTo>
                  <a:pt x="2325894" y="1165004"/>
                </a:lnTo>
                <a:lnTo>
                  <a:pt x="2191361" y="1158189"/>
                </a:lnTo>
                <a:cubicBezTo>
                  <a:pt x="1616222" y="1099606"/>
                  <a:pt x="1149313" y="669630"/>
                  <a:pt x="1035029" y="112636"/>
                </a:cubicBezTo>
                <a:close/>
                <a:moveTo>
                  <a:pt x="889397" y="0"/>
                </a:moveTo>
                <a:lnTo>
                  <a:pt x="912837" y="0"/>
                </a:lnTo>
                <a:lnTo>
                  <a:pt x="933296" y="133667"/>
                </a:lnTo>
                <a:cubicBezTo>
                  <a:pt x="1056582" y="734570"/>
                  <a:pt x="1560272" y="1198411"/>
                  <a:pt x="2180754" y="1261608"/>
                </a:cubicBezTo>
                <a:lnTo>
                  <a:pt x="2325894" y="1268960"/>
                </a:lnTo>
                <a:lnTo>
                  <a:pt x="2325894" y="1292061"/>
                </a:lnTo>
                <a:lnTo>
                  <a:pt x="2178378" y="1284588"/>
                </a:lnTo>
                <a:cubicBezTo>
                  <a:pt x="1547742" y="1220351"/>
                  <a:pt x="1035844" y="748879"/>
                  <a:pt x="910550" y="138199"/>
                </a:cubicBezTo>
                <a:close/>
                <a:moveTo>
                  <a:pt x="761929" y="0"/>
                </a:moveTo>
                <a:lnTo>
                  <a:pt x="785032" y="0"/>
                </a:lnTo>
                <a:lnTo>
                  <a:pt x="785312" y="5523"/>
                </a:lnTo>
                <a:cubicBezTo>
                  <a:pt x="859466" y="733364"/>
                  <a:pt x="1439889" y="1313736"/>
                  <a:pt x="2167790" y="1387884"/>
                </a:cubicBezTo>
                <a:lnTo>
                  <a:pt x="2325894" y="1395894"/>
                </a:lnTo>
                <a:lnTo>
                  <a:pt x="2325894" y="1418995"/>
                </a:lnTo>
                <a:lnTo>
                  <a:pt x="2165434" y="1410866"/>
                </a:lnTo>
                <a:cubicBezTo>
                  <a:pt x="1426685" y="1335609"/>
                  <a:pt x="837591" y="746563"/>
                  <a:pt x="762328" y="7877"/>
                </a:cubicBezTo>
                <a:close/>
                <a:moveTo>
                  <a:pt x="634980" y="0"/>
                </a:moveTo>
                <a:lnTo>
                  <a:pt x="658083" y="0"/>
                </a:lnTo>
                <a:lnTo>
                  <a:pt x="659019" y="18476"/>
                </a:lnTo>
                <a:cubicBezTo>
                  <a:pt x="739252" y="805990"/>
                  <a:pt x="1367247" y="1433931"/>
                  <a:pt x="2154827" y="1514157"/>
                </a:cubicBezTo>
                <a:lnTo>
                  <a:pt x="2325894" y="1522823"/>
                </a:lnTo>
                <a:lnTo>
                  <a:pt x="2325894" y="1545924"/>
                </a:lnTo>
                <a:lnTo>
                  <a:pt x="2152472" y="1537138"/>
                </a:lnTo>
                <a:cubicBezTo>
                  <a:pt x="1354048" y="1455804"/>
                  <a:pt x="717377" y="819188"/>
                  <a:pt x="636036" y="20831"/>
                </a:cubicBezTo>
                <a:close/>
                <a:moveTo>
                  <a:pt x="507911" y="0"/>
                </a:moveTo>
                <a:lnTo>
                  <a:pt x="531128" y="0"/>
                </a:lnTo>
                <a:lnTo>
                  <a:pt x="532727" y="31559"/>
                </a:lnTo>
                <a:cubicBezTo>
                  <a:pt x="619037" y="878744"/>
                  <a:pt x="1294606" y="1554259"/>
                  <a:pt x="2141864" y="1640562"/>
                </a:cubicBezTo>
                <a:lnTo>
                  <a:pt x="2325894" y="1649885"/>
                </a:lnTo>
                <a:lnTo>
                  <a:pt x="2325894" y="1672981"/>
                </a:lnTo>
                <a:lnTo>
                  <a:pt x="2139488" y="1663539"/>
                </a:lnTo>
                <a:cubicBezTo>
                  <a:pt x="1281294" y="1576127"/>
                  <a:pt x="597044" y="891939"/>
                  <a:pt x="509624" y="33818"/>
                </a:cubicBezTo>
                <a:close/>
                <a:moveTo>
                  <a:pt x="380961" y="0"/>
                </a:moveTo>
                <a:lnTo>
                  <a:pt x="404065" y="0"/>
                </a:lnTo>
                <a:lnTo>
                  <a:pt x="406316" y="44437"/>
                </a:lnTo>
                <a:cubicBezTo>
                  <a:pt x="498717" y="951387"/>
                  <a:pt x="1221951" y="1674473"/>
                  <a:pt x="2128900" y="1766854"/>
                </a:cubicBezTo>
                <a:lnTo>
                  <a:pt x="2325894" y="1776833"/>
                </a:lnTo>
                <a:lnTo>
                  <a:pt x="2325894" y="1799934"/>
                </a:lnTo>
                <a:lnTo>
                  <a:pt x="2126525" y="1789835"/>
                </a:lnTo>
                <a:cubicBezTo>
                  <a:pt x="1208653" y="1696346"/>
                  <a:pt x="476829" y="964585"/>
                  <a:pt x="383332" y="46792"/>
                </a:cubicBezTo>
                <a:close/>
                <a:moveTo>
                  <a:pt x="254013" y="0"/>
                </a:moveTo>
                <a:lnTo>
                  <a:pt x="277116" y="0"/>
                </a:lnTo>
                <a:lnTo>
                  <a:pt x="280023" y="57371"/>
                </a:lnTo>
                <a:cubicBezTo>
                  <a:pt x="378489" y="1023914"/>
                  <a:pt x="1149211" y="1794655"/>
                  <a:pt x="2115917" y="1893125"/>
                </a:cubicBezTo>
                <a:lnTo>
                  <a:pt x="2325894" y="1903762"/>
                </a:lnTo>
                <a:lnTo>
                  <a:pt x="2325894" y="1926863"/>
                </a:lnTo>
                <a:lnTo>
                  <a:pt x="2113563" y="1916107"/>
                </a:lnTo>
                <a:cubicBezTo>
                  <a:pt x="1136012" y="1816541"/>
                  <a:pt x="356615" y="1037211"/>
                  <a:pt x="257040" y="59745"/>
                </a:cubicBezTo>
                <a:close/>
                <a:moveTo>
                  <a:pt x="126949" y="0"/>
                </a:moveTo>
                <a:lnTo>
                  <a:pt x="150160" y="0"/>
                </a:lnTo>
                <a:lnTo>
                  <a:pt x="153729" y="70454"/>
                </a:lnTo>
                <a:cubicBezTo>
                  <a:pt x="258274" y="1096671"/>
                  <a:pt x="1076570" y="1914983"/>
                  <a:pt x="2102955" y="2019530"/>
                </a:cubicBezTo>
                <a:lnTo>
                  <a:pt x="2325894" y="2030824"/>
                </a:lnTo>
                <a:lnTo>
                  <a:pt x="2325894" y="2053925"/>
                </a:lnTo>
                <a:lnTo>
                  <a:pt x="2100598" y="2042512"/>
                </a:lnTo>
                <a:cubicBezTo>
                  <a:pt x="1063358" y="1936856"/>
                  <a:pt x="236298" y="1109866"/>
                  <a:pt x="130633" y="72714"/>
                </a:cubicBezTo>
                <a:close/>
                <a:moveTo>
                  <a:pt x="0" y="0"/>
                </a:moveTo>
                <a:lnTo>
                  <a:pt x="23103" y="0"/>
                </a:lnTo>
                <a:lnTo>
                  <a:pt x="27324" y="83311"/>
                </a:lnTo>
                <a:cubicBezTo>
                  <a:pt x="137958" y="1169290"/>
                  <a:pt x="1003916" y="2035178"/>
                  <a:pt x="2089991" y="2145803"/>
                </a:cubicBezTo>
                <a:lnTo>
                  <a:pt x="2325894" y="2157753"/>
                </a:lnTo>
                <a:lnTo>
                  <a:pt x="2325894" y="2180854"/>
                </a:lnTo>
                <a:lnTo>
                  <a:pt x="2087636" y="2168784"/>
                </a:lnTo>
                <a:cubicBezTo>
                  <a:pt x="990717" y="2057051"/>
                  <a:pt x="116084" y="1182492"/>
                  <a:pt x="4341" y="85667"/>
                </a:cubicBezTo>
                <a:close/>
              </a:path>
            </a:pathLst>
          </a:custGeom>
          <a:solidFill>
            <a:srgbClr val="E6F0FE"/>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dirty="0"/>
              <a:t>Click to edit Master title style</a:t>
            </a:r>
          </a:p>
        </p:txBody>
      </p:sp>
      <p:sp>
        <p:nvSpPr>
          <p:cNvPr id="3" name="Content Placeholder 2"/>
          <p:cNvSpPr>
            <a:spLocks noGrp="1"/>
          </p:cNvSpPr>
          <p:nvPr>
            <p:ph sz="half" idx="1"/>
          </p:nvPr>
        </p:nvSpPr>
        <p:spPr>
          <a:xfrm>
            <a:off x="758952" y="2508776"/>
            <a:ext cx="10680192" cy="3359169"/>
          </a:xfrm>
        </p:spPr>
        <p:txBody>
          <a:bodyPr>
            <a:no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t>‹#›</a:t>
            </a:fld>
            <a:endParaRPr lang="en-US" dirty="0"/>
          </a:p>
        </p:txBody>
      </p:sp>
      <p:pic>
        <p:nvPicPr>
          <p:cNvPr id="4" name="Picture 3" descr="A picture containing logo&#10;&#10;Description automatically generated">
            <a:extLst>
              <a:ext uri="{FF2B5EF4-FFF2-40B4-BE49-F238E27FC236}">
                <a16:creationId xmlns:a16="http://schemas.microsoft.com/office/drawing/2014/main" id="{08E053AB-B0CB-9578-805D-A8499569CA1C}"/>
              </a:ext>
            </a:extLst>
          </p:cNvPr>
          <p:cNvPicPr>
            <a:picLocks noChangeAspect="1"/>
          </p:cNvPicPr>
          <p:nvPr userDrawn="1"/>
        </p:nvPicPr>
        <p:blipFill>
          <a:blip r:embed="rId2"/>
          <a:stretch>
            <a:fillRect/>
          </a:stretch>
        </p:blipFill>
        <p:spPr>
          <a:xfrm>
            <a:off x="9317677" y="5867946"/>
            <a:ext cx="2664773" cy="732304"/>
          </a:xfrm>
          <a:prstGeom prst="rect">
            <a:avLst/>
          </a:prstGeom>
        </p:spPr>
      </p:pic>
    </p:spTree>
    <p:extLst>
      <p:ext uri="{BB962C8B-B14F-4D97-AF65-F5344CB8AC3E}">
        <p14:creationId xmlns:p14="http://schemas.microsoft.com/office/powerpoint/2010/main" val="74571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C43996-DAC9-130F-CB05-4A8A90381D37}"/>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 name="Title 1">
            <a:extLst>
              <a:ext uri="{FF2B5EF4-FFF2-40B4-BE49-F238E27FC236}">
                <a16:creationId xmlns:a16="http://schemas.microsoft.com/office/drawing/2014/main" id="{EA04E8AF-9DFE-7077-DB36-941F6490BAD8}"/>
              </a:ext>
            </a:extLst>
          </p:cNvPr>
          <p:cNvSpPr>
            <a:spLocks noGrp="1"/>
          </p:cNvSpPr>
          <p:nvPr>
            <p:ph type="title"/>
          </p:nvPr>
        </p:nvSpPr>
        <p:spPr>
          <a:xfrm>
            <a:off x="803408" y="625602"/>
            <a:ext cx="10671048" cy="768096"/>
          </a:xfrm>
        </p:spPr>
        <p:txBody>
          <a:bodyPr>
            <a:noAutofit/>
          </a:bodyPr>
          <a:lstStyle>
            <a:lvl1pPr>
              <a:lnSpc>
                <a:spcPct val="100000"/>
              </a:lnSpc>
              <a:defRPr/>
            </a:lvl1pPr>
          </a:lstStyle>
          <a:p>
            <a:r>
              <a:rPr lang="en-US" dirty="0"/>
              <a:t>Click to edit Master title style</a:t>
            </a:r>
          </a:p>
        </p:txBody>
      </p:sp>
      <p:sp>
        <p:nvSpPr>
          <p:cNvPr id="17" name="Picture Placeholder 16">
            <a:extLst>
              <a:ext uri="{FF2B5EF4-FFF2-40B4-BE49-F238E27FC236}">
                <a16:creationId xmlns:a16="http://schemas.microsoft.com/office/drawing/2014/main" id="{6AAAFB85-16C0-836A-1D0D-E65277CC341D}"/>
              </a:ext>
            </a:extLst>
          </p:cNvPr>
          <p:cNvSpPr>
            <a:spLocks noGrp="1"/>
          </p:cNvSpPr>
          <p:nvPr>
            <p:ph type="pic" sz="quarter" idx="13"/>
          </p:nvPr>
        </p:nvSpPr>
        <p:spPr>
          <a:xfrm>
            <a:off x="720805" y="1801473"/>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a:extLst>
              <a:ext uri="{FF2B5EF4-FFF2-40B4-BE49-F238E27FC236}">
                <a16:creationId xmlns:a16="http://schemas.microsoft.com/office/drawing/2014/main" id="{FB04BFFD-8D76-D31F-232F-38A7065ACAF3}"/>
              </a:ext>
            </a:extLst>
          </p:cNvPr>
          <p:cNvSpPr>
            <a:spLocks noGrp="1"/>
          </p:cNvSpPr>
          <p:nvPr>
            <p:ph type="body" sz="quarter" idx="14" hasCustomPrompt="1"/>
          </p:nvPr>
        </p:nvSpPr>
        <p:spPr>
          <a:xfrm>
            <a:off x="720805" y="4398965"/>
            <a:ext cx="2598737" cy="1109662"/>
          </a:xfrm>
          <a:solidFill>
            <a:schemeClr val="bg1"/>
          </a:solidFill>
        </p:spPr>
        <p:txBody>
          <a:bodyPr lIns="0" tIns="274320" rIns="0" anchor="t">
            <a:noAutofit/>
          </a:bodyPr>
          <a:lstStyle>
            <a:lvl1pPr marL="0" indent="0" algn="ctr">
              <a:spcBef>
                <a:spcPts val="0"/>
              </a:spcBef>
              <a:buNone/>
              <a:defRPr sz="1800" b="1" cap="all" baseline="0">
                <a:solidFill>
                  <a:srgbClr val="781131"/>
                </a:solidFill>
                <a:latin typeface="Arial" panose="020B0604020202020204" pitchFamily="34" charset="0"/>
                <a:cs typeface="Arial" panose="020B0604020202020204" pitchFamily="34" charset="0"/>
              </a:defRPr>
            </a:lvl1pPr>
          </a:lstStyle>
          <a:p>
            <a:pPr lvl="0"/>
            <a:r>
              <a:rPr lang="en-US" dirty="0"/>
              <a:t>Name</a:t>
            </a:r>
          </a:p>
        </p:txBody>
      </p:sp>
      <p:sp>
        <p:nvSpPr>
          <p:cNvPr id="21" name="Text Placeholder 20">
            <a:extLst>
              <a:ext uri="{FF2B5EF4-FFF2-40B4-BE49-F238E27FC236}">
                <a16:creationId xmlns:a16="http://schemas.microsoft.com/office/drawing/2014/main" id="{75A2E03A-AFB4-3868-FAB5-A24228FA8A04}"/>
              </a:ext>
            </a:extLst>
          </p:cNvPr>
          <p:cNvSpPr>
            <a:spLocks noGrp="1"/>
          </p:cNvSpPr>
          <p:nvPr>
            <p:ph type="body" sz="quarter" idx="15" hasCustomPrompt="1"/>
          </p:nvPr>
        </p:nvSpPr>
        <p:spPr>
          <a:xfrm>
            <a:off x="878785" y="5009205"/>
            <a:ext cx="2283472" cy="365125"/>
          </a:xfrm>
        </p:spPr>
        <p:txBody>
          <a:bodyPr anchor="ctr">
            <a:noAutofit/>
          </a:bodyPr>
          <a:lstStyle>
            <a:lvl1pPr marL="0" indent="0" algn="ctr">
              <a:buNone/>
              <a:defRPr sz="1400">
                <a:solidFill>
                  <a:srgbClr val="781131"/>
                </a:solidFill>
              </a:defRPr>
            </a:lvl1pPr>
          </a:lstStyle>
          <a:p>
            <a:pPr lvl="0"/>
            <a:r>
              <a:rPr lang="en-US" dirty="0"/>
              <a:t>Title</a:t>
            </a:r>
          </a:p>
        </p:txBody>
      </p:sp>
      <p:sp>
        <p:nvSpPr>
          <p:cNvPr id="23" name="Picture Placeholder 16">
            <a:extLst>
              <a:ext uri="{FF2B5EF4-FFF2-40B4-BE49-F238E27FC236}">
                <a16:creationId xmlns:a16="http://schemas.microsoft.com/office/drawing/2014/main" id="{FBADCD1B-D9E0-EA12-0DD5-22E5C60E5D6B}"/>
              </a:ext>
            </a:extLst>
          </p:cNvPr>
          <p:cNvSpPr>
            <a:spLocks noGrp="1"/>
          </p:cNvSpPr>
          <p:nvPr>
            <p:ph type="pic" sz="quarter" idx="17"/>
          </p:nvPr>
        </p:nvSpPr>
        <p:spPr>
          <a:xfrm>
            <a:off x="3479261" y="1802069"/>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a:extLst>
              <a:ext uri="{FF2B5EF4-FFF2-40B4-BE49-F238E27FC236}">
                <a16:creationId xmlns:a16="http://schemas.microsoft.com/office/drawing/2014/main" id="{AD33972D-9092-4B3C-A699-07849068AF1D}"/>
              </a:ext>
            </a:extLst>
          </p:cNvPr>
          <p:cNvSpPr>
            <a:spLocks noGrp="1"/>
          </p:cNvSpPr>
          <p:nvPr>
            <p:ph type="body" sz="quarter" idx="16" hasCustomPrompt="1"/>
          </p:nvPr>
        </p:nvSpPr>
        <p:spPr>
          <a:xfrm>
            <a:off x="3478647" y="4399561"/>
            <a:ext cx="2598737" cy="1109662"/>
          </a:xfrm>
          <a:solidFill>
            <a:schemeClr val="bg1"/>
          </a:solidFill>
        </p:spPr>
        <p:txBody>
          <a:bodyPr lIns="0" tIns="274320" rIns="0" anchor="t">
            <a:noAutofit/>
          </a:bodyPr>
          <a:lstStyle>
            <a:lvl1pPr marL="0" indent="0" algn="ctr">
              <a:spcBef>
                <a:spcPts val="0"/>
              </a:spcBef>
              <a:buNone/>
              <a:defRPr sz="1800" b="1" cap="all" baseline="0">
                <a:solidFill>
                  <a:srgbClr val="781131"/>
                </a:solidFill>
                <a:latin typeface="Arial" panose="020B0604020202020204" pitchFamily="34" charset="0"/>
                <a:cs typeface="Arial" panose="020B0604020202020204" pitchFamily="34" charset="0"/>
              </a:defRPr>
            </a:lvl1pPr>
          </a:lstStyle>
          <a:p>
            <a:pPr lvl="0"/>
            <a:r>
              <a:rPr lang="en-US" dirty="0"/>
              <a:t>Name</a:t>
            </a:r>
          </a:p>
        </p:txBody>
      </p:sp>
      <p:sp>
        <p:nvSpPr>
          <p:cNvPr id="24" name="Text Placeholder 20">
            <a:extLst>
              <a:ext uri="{FF2B5EF4-FFF2-40B4-BE49-F238E27FC236}">
                <a16:creationId xmlns:a16="http://schemas.microsoft.com/office/drawing/2014/main" id="{B54F15B1-EAC3-0113-6737-C64480876C5F}"/>
              </a:ext>
            </a:extLst>
          </p:cNvPr>
          <p:cNvSpPr>
            <a:spLocks noGrp="1"/>
          </p:cNvSpPr>
          <p:nvPr>
            <p:ph type="body" sz="quarter" idx="18" hasCustomPrompt="1"/>
          </p:nvPr>
        </p:nvSpPr>
        <p:spPr>
          <a:xfrm>
            <a:off x="3635973" y="5009801"/>
            <a:ext cx="2283472" cy="365125"/>
          </a:xfrm>
        </p:spPr>
        <p:txBody>
          <a:bodyPr anchor="ctr">
            <a:noAutofit/>
          </a:bodyPr>
          <a:lstStyle>
            <a:lvl1pPr marL="0" indent="0" algn="ctr">
              <a:buNone/>
              <a:defRPr sz="1400">
                <a:solidFill>
                  <a:srgbClr val="781131"/>
                </a:solidFill>
              </a:defRPr>
            </a:lvl1pPr>
          </a:lstStyle>
          <a:p>
            <a:pPr lvl="0"/>
            <a:r>
              <a:rPr lang="en-US" dirty="0"/>
              <a:t>Title</a:t>
            </a:r>
          </a:p>
        </p:txBody>
      </p:sp>
      <p:sp>
        <p:nvSpPr>
          <p:cNvPr id="26" name="Picture Placeholder 16">
            <a:extLst>
              <a:ext uri="{FF2B5EF4-FFF2-40B4-BE49-F238E27FC236}">
                <a16:creationId xmlns:a16="http://schemas.microsoft.com/office/drawing/2014/main" id="{FCEED0A5-9A71-D54A-91FC-264BD71DDED3}"/>
              </a:ext>
            </a:extLst>
          </p:cNvPr>
          <p:cNvSpPr>
            <a:spLocks noGrp="1"/>
          </p:cNvSpPr>
          <p:nvPr>
            <p:ph type="pic" sz="quarter" idx="20"/>
          </p:nvPr>
        </p:nvSpPr>
        <p:spPr>
          <a:xfrm>
            <a:off x="6237717" y="180266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a:extLst>
              <a:ext uri="{FF2B5EF4-FFF2-40B4-BE49-F238E27FC236}">
                <a16:creationId xmlns:a16="http://schemas.microsoft.com/office/drawing/2014/main" id="{F44A0C74-A714-A8C2-69D2-74CAD68037A5}"/>
              </a:ext>
            </a:extLst>
          </p:cNvPr>
          <p:cNvSpPr>
            <a:spLocks noGrp="1"/>
          </p:cNvSpPr>
          <p:nvPr>
            <p:ph type="body" sz="quarter" idx="19" hasCustomPrompt="1"/>
          </p:nvPr>
        </p:nvSpPr>
        <p:spPr>
          <a:xfrm>
            <a:off x="6236489" y="4400157"/>
            <a:ext cx="2598737" cy="1109662"/>
          </a:xfrm>
          <a:solidFill>
            <a:schemeClr val="bg1"/>
          </a:solidFill>
        </p:spPr>
        <p:txBody>
          <a:bodyPr lIns="0" tIns="274320" rIns="0" anchor="t">
            <a:noAutofit/>
          </a:bodyPr>
          <a:lstStyle>
            <a:lvl1pPr marL="0" indent="0" algn="ctr">
              <a:spcBef>
                <a:spcPts val="0"/>
              </a:spcBef>
              <a:buNone/>
              <a:defRPr sz="1800" b="1" cap="all" baseline="0">
                <a:solidFill>
                  <a:srgbClr val="781131"/>
                </a:solidFill>
                <a:latin typeface="Arial" panose="020B0604020202020204" pitchFamily="34" charset="0"/>
                <a:cs typeface="Arial" panose="020B0604020202020204" pitchFamily="34" charset="0"/>
              </a:defRPr>
            </a:lvl1pPr>
          </a:lstStyle>
          <a:p>
            <a:pPr lvl="0"/>
            <a:r>
              <a:rPr lang="en-US" dirty="0"/>
              <a:t>Name</a:t>
            </a:r>
          </a:p>
        </p:txBody>
      </p:sp>
      <p:sp>
        <p:nvSpPr>
          <p:cNvPr id="27" name="Text Placeholder 20">
            <a:extLst>
              <a:ext uri="{FF2B5EF4-FFF2-40B4-BE49-F238E27FC236}">
                <a16:creationId xmlns:a16="http://schemas.microsoft.com/office/drawing/2014/main" id="{552F4682-3F02-2A70-A285-FB2D1822A4D6}"/>
              </a:ext>
            </a:extLst>
          </p:cNvPr>
          <p:cNvSpPr>
            <a:spLocks noGrp="1"/>
          </p:cNvSpPr>
          <p:nvPr>
            <p:ph type="body" sz="quarter" idx="21" hasCustomPrompt="1"/>
          </p:nvPr>
        </p:nvSpPr>
        <p:spPr>
          <a:xfrm>
            <a:off x="6394429" y="5010397"/>
            <a:ext cx="2283472" cy="365125"/>
          </a:xfrm>
        </p:spPr>
        <p:txBody>
          <a:bodyPr anchor="ctr">
            <a:noAutofit/>
          </a:bodyPr>
          <a:lstStyle>
            <a:lvl1pPr marL="0" indent="0" algn="ctr">
              <a:buNone/>
              <a:defRPr sz="1400">
                <a:solidFill>
                  <a:srgbClr val="781131"/>
                </a:solidFill>
              </a:defRPr>
            </a:lvl1pPr>
          </a:lstStyle>
          <a:p>
            <a:pPr lvl="0"/>
            <a:r>
              <a:rPr lang="en-US" dirty="0"/>
              <a:t>Title</a:t>
            </a:r>
          </a:p>
        </p:txBody>
      </p:sp>
      <p:sp>
        <p:nvSpPr>
          <p:cNvPr id="29" name="Picture Placeholder 16">
            <a:extLst>
              <a:ext uri="{FF2B5EF4-FFF2-40B4-BE49-F238E27FC236}">
                <a16:creationId xmlns:a16="http://schemas.microsoft.com/office/drawing/2014/main" id="{4F0F5D16-7316-B120-F378-E3D492FEEB9C}"/>
              </a:ext>
            </a:extLst>
          </p:cNvPr>
          <p:cNvSpPr>
            <a:spLocks noGrp="1"/>
          </p:cNvSpPr>
          <p:nvPr>
            <p:ph type="pic" sz="quarter" idx="23"/>
          </p:nvPr>
        </p:nvSpPr>
        <p:spPr>
          <a:xfrm>
            <a:off x="8996172" y="180266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a:extLst>
              <a:ext uri="{FF2B5EF4-FFF2-40B4-BE49-F238E27FC236}">
                <a16:creationId xmlns:a16="http://schemas.microsoft.com/office/drawing/2014/main" id="{47AC9724-9FC2-62FA-0DE7-3F9FE9B67A34}"/>
              </a:ext>
            </a:extLst>
          </p:cNvPr>
          <p:cNvSpPr>
            <a:spLocks noGrp="1"/>
          </p:cNvSpPr>
          <p:nvPr>
            <p:ph type="body" sz="quarter" idx="22" hasCustomPrompt="1"/>
          </p:nvPr>
        </p:nvSpPr>
        <p:spPr>
          <a:xfrm>
            <a:off x="8994331" y="4400157"/>
            <a:ext cx="2598737" cy="1109662"/>
          </a:xfrm>
          <a:solidFill>
            <a:schemeClr val="bg1"/>
          </a:solidFill>
        </p:spPr>
        <p:txBody>
          <a:bodyPr lIns="0" tIns="274320" rIns="0" anchor="t">
            <a:noAutofit/>
          </a:bodyPr>
          <a:lstStyle>
            <a:lvl1pPr marL="0" indent="0" algn="ctr">
              <a:spcBef>
                <a:spcPts val="0"/>
              </a:spcBef>
              <a:buNone/>
              <a:defRPr sz="1800" b="1" cap="all" baseline="0">
                <a:solidFill>
                  <a:srgbClr val="781131"/>
                </a:solidFill>
                <a:latin typeface="Arial" panose="020B0604020202020204" pitchFamily="34" charset="0"/>
                <a:cs typeface="Arial" panose="020B0604020202020204" pitchFamily="34" charset="0"/>
              </a:defRPr>
            </a:lvl1pPr>
          </a:lstStyle>
          <a:p>
            <a:pPr lvl="0"/>
            <a:r>
              <a:rPr lang="en-US" dirty="0"/>
              <a:t>Name</a:t>
            </a:r>
          </a:p>
        </p:txBody>
      </p:sp>
      <p:sp>
        <p:nvSpPr>
          <p:cNvPr id="30" name="Text Placeholder 20">
            <a:extLst>
              <a:ext uri="{FF2B5EF4-FFF2-40B4-BE49-F238E27FC236}">
                <a16:creationId xmlns:a16="http://schemas.microsoft.com/office/drawing/2014/main" id="{114EE337-FC29-F325-E528-A3F809B28B5B}"/>
              </a:ext>
            </a:extLst>
          </p:cNvPr>
          <p:cNvSpPr>
            <a:spLocks noGrp="1"/>
          </p:cNvSpPr>
          <p:nvPr>
            <p:ph type="body" sz="quarter" idx="24" hasCustomPrompt="1"/>
          </p:nvPr>
        </p:nvSpPr>
        <p:spPr>
          <a:xfrm>
            <a:off x="9152884" y="5010397"/>
            <a:ext cx="2283472" cy="365125"/>
          </a:xfrm>
        </p:spPr>
        <p:txBody>
          <a:bodyPr anchor="ctr">
            <a:noAutofit/>
          </a:bodyPr>
          <a:lstStyle>
            <a:lvl1pPr marL="0" indent="0" algn="ctr">
              <a:buNone/>
              <a:defRPr sz="1400">
                <a:solidFill>
                  <a:srgbClr val="781131"/>
                </a:solidFill>
              </a:defRPr>
            </a:lvl1pPr>
          </a:lstStyle>
          <a:p>
            <a:pPr lvl="0"/>
            <a:r>
              <a:rPr lang="en-US" dirty="0"/>
              <a:t>Title</a:t>
            </a:r>
          </a:p>
        </p:txBody>
      </p:sp>
      <p:pic>
        <p:nvPicPr>
          <p:cNvPr id="3" name="Picture 2" descr="A picture containing logo&#10;&#10;Description automatically generated">
            <a:extLst>
              <a:ext uri="{FF2B5EF4-FFF2-40B4-BE49-F238E27FC236}">
                <a16:creationId xmlns:a16="http://schemas.microsoft.com/office/drawing/2014/main" id="{A31B3484-6649-6B1F-F2F0-6BB1021612FC}"/>
              </a:ext>
            </a:extLst>
          </p:cNvPr>
          <p:cNvPicPr>
            <a:picLocks noChangeAspect="1"/>
          </p:cNvPicPr>
          <p:nvPr userDrawn="1"/>
        </p:nvPicPr>
        <p:blipFill>
          <a:blip r:embed="rId2"/>
          <a:stretch>
            <a:fillRect/>
          </a:stretch>
        </p:blipFill>
        <p:spPr>
          <a:xfrm>
            <a:off x="9317677" y="5867946"/>
            <a:ext cx="2664773" cy="732304"/>
          </a:xfrm>
          <a:prstGeom prst="rect">
            <a:avLst/>
          </a:prstGeom>
        </p:spPr>
      </p:pic>
    </p:spTree>
    <p:extLst>
      <p:ext uri="{BB962C8B-B14F-4D97-AF65-F5344CB8AC3E}">
        <p14:creationId xmlns:p14="http://schemas.microsoft.com/office/powerpoint/2010/main" val="2586653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4E8AF-9DFE-7077-DB36-941F6490BAD8}"/>
              </a:ext>
            </a:extLst>
          </p:cNvPr>
          <p:cNvSpPr>
            <a:spLocks noGrp="1"/>
          </p:cNvSpPr>
          <p:nvPr>
            <p:ph type="title"/>
          </p:nvPr>
        </p:nvSpPr>
        <p:spPr>
          <a:xfrm>
            <a:off x="758952" y="368046"/>
            <a:ext cx="10671048" cy="768096"/>
          </a:xfrm>
        </p:spPr>
        <p:txBody>
          <a:bodyPr>
            <a:noAutofit/>
          </a:bodyPr>
          <a:lstStyle>
            <a:lvl1pPr>
              <a:lnSpc>
                <a:spcPct val="100000"/>
              </a:lnSpc>
              <a:defRPr>
                <a:solidFill>
                  <a:srgbClr val="781131"/>
                </a:solidFill>
              </a:defRPr>
            </a:lvl1pPr>
          </a:lstStyle>
          <a:p>
            <a:r>
              <a:rPr lang="en-US" dirty="0"/>
              <a:t>Click to edit Master title style</a:t>
            </a:r>
          </a:p>
        </p:txBody>
      </p:sp>
      <p:sp>
        <p:nvSpPr>
          <p:cNvPr id="17" name="Picture Placeholder 16">
            <a:extLst>
              <a:ext uri="{FF2B5EF4-FFF2-40B4-BE49-F238E27FC236}">
                <a16:creationId xmlns:a16="http://schemas.microsoft.com/office/drawing/2014/main" id="{6AAAFB85-16C0-836A-1D0D-E65277CC341D}"/>
              </a:ext>
            </a:extLst>
          </p:cNvPr>
          <p:cNvSpPr>
            <a:spLocks noGrp="1"/>
          </p:cNvSpPr>
          <p:nvPr>
            <p:ph type="pic" sz="quarter" idx="13"/>
          </p:nvPr>
        </p:nvSpPr>
        <p:spPr>
          <a:xfrm>
            <a:off x="1271016" y="1478661"/>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a:extLst>
              <a:ext uri="{FF2B5EF4-FFF2-40B4-BE49-F238E27FC236}">
                <a16:creationId xmlns:a16="http://schemas.microsoft.com/office/drawing/2014/main" id="{FB04BFFD-8D76-D31F-232F-38A7065ACAF3}"/>
              </a:ext>
            </a:extLst>
          </p:cNvPr>
          <p:cNvSpPr>
            <a:spLocks noGrp="1"/>
          </p:cNvSpPr>
          <p:nvPr>
            <p:ph type="body" sz="quarter" idx="14" hasCustomPrompt="1"/>
          </p:nvPr>
        </p:nvSpPr>
        <p:spPr>
          <a:xfrm>
            <a:off x="1271016" y="3124581"/>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1" name="Text Placeholder 20">
            <a:extLst>
              <a:ext uri="{FF2B5EF4-FFF2-40B4-BE49-F238E27FC236}">
                <a16:creationId xmlns:a16="http://schemas.microsoft.com/office/drawing/2014/main" id="{75A2E03A-AFB4-3868-FAB5-A24228FA8A04}"/>
              </a:ext>
            </a:extLst>
          </p:cNvPr>
          <p:cNvSpPr>
            <a:spLocks noGrp="1"/>
          </p:cNvSpPr>
          <p:nvPr>
            <p:ph type="body" sz="quarter" idx="15" hasCustomPrompt="1"/>
          </p:nvPr>
        </p:nvSpPr>
        <p:spPr>
          <a:xfrm>
            <a:off x="1271016" y="3550285"/>
            <a:ext cx="2029968" cy="182880"/>
          </a:xfrm>
        </p:spPr>
        <p:txBody>
          <a:bodyPr anchor="ctr">
            <a:noAutofit/>
          </a:bodyPr>
          <a:lstStyle>
            <a:lvl1pPr marL="0" indent="0" algn="ctr">
              <a:buNone/>
              <a:defRPr sz="1200" spc="20" baseline="0"/>
            </a:lvl1pPr>
          </a:lstStyle>
          <a:p>
            <a:pPr lvl="0"/>
            <a:r>
              <a:rPr lang="en-US" dirty="0"/>
              <a:t>Title</a:t>
            </a:r>
          </a:p>
        </p:txBody>
      </p:sp>
      <p:sp>
        <p:nvSpPr>
          <p:cNvPr id="10" name="Picture Placeholder 16">
            <a:extLst>
              <a:ext uri="{FF2B5EF4-FFF2-40B4-BE49-F238E27FC236}">
                <a16:creationId xmlns:a16="http://schemas.microsoft.com/office/drawing/2014/main" id="{BB749B9A-080F-37C0-08E6-909A5DA554D4}"/>
              </a:ext>
            </a:extLst>
          </p:cNvPr>
          <p:cNvSpPr>
            <a:spLocks noGrp="1"/>
          </p:cNvSpPr>
          <p:nvPr>
            <p:ph type="pic" sz="quarter" idx="25"/>
          </p:nvPr>
        </p:nvSpPr>
        <p:spPr>
          <a:xfrm>
            <a:off x="1271016" y="4077589"/>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4" name="Text Placeholder 18">
            <a:extLst>
              <a:ext uri="{FF2B5EF4-FFF2-40B4-BE49-F238E27FC236}">
                <a16:creationId xmlns:a16="http://schemas.microsoft.com/office/drawing/2014/main" id="{C4C7516E-0853-87BE-108B-697DD8E0DA75}"/>
              </a:ext>
            </a:extLst>
          </p:cNvPr>
          <p:cNvSpPr>
            <a:spLocks noGrp="1"/>
          </p:cNvSpPr>
          <p:nvPr>
            <p:ph type="body" sz="quarter" idx="29" hasCustomPrompt="1"/>
          </p:nvPr>
        </p:nvSpPr>
        <p:spPr>
          <a:xfrm>
            <a:off x="1271016" y="5723509"/>
            <a:ext cx="2029968" cy="694944"/>
          </a:xfrm>
          <a:solidFill>
            <a:srgbClr val="781131"/>
          </a:solidFill>
        </p:spPr>
        <p:txBody>
          <a:bodyPr lIns="0" tIns="155448" rIns="0" anchor="t">
            <a:noAutofit/>
          </a:bodyPr>
          <a:lstStyle>
            <a:lvl1pPr marL="0" indent="0" algn="ctr">
              <a:spcBef>
                <a:spcPts val="0"/>
              </a:spcBef>
              <a:buNone/>
              <a:defRPr sz="1400" b="1" cap="all" spc="20" baseline="0">
                <a:solidFill>
                  <a:schemeClr val="bg1"/>
                </a:solidFill>
                <a:latin typeface="Arial" panose="020B0604020202020204" pitchFamily="34" charset="0"/>
                <a:cs typeface="Arial" panose="020B0604020202020204" pitchFamily="34" charset="0"/>
              </a:defRPr>
            </a:lvl1pPr>
          </a:lstStyle>
          <a:p>
            <a:pPr lvl="0"/>
            <a:r>
              <a:rPr lang="en-US" dirty="0"/>
              <a:t>Name</a:t>
            </a:r>
          </a:p>
        </p:txBody>
      </p:sp>
      <p:sp>
        <p:nvSpPr>
          <p:cNvPr id="15" name="Text Placeholder 20">
            <a:extLst>
              <a:ext uri="{FF2B5EF4-FFF2-40B4-BE49-F238E27FC236}">
                <a16:creationId xmlns:a16="http://schemas.microsoft.com/office/drawing/2014/main" id="{FB1A74E1-7CEB-F501-F998-7361A20F7349}"/>
              </a:ext>
            </a:extLst>
          </p:cNvPr>
          <p:cNvSpPr>
            <a:spLocks noGrp="1"/>
          </p:cNvSpPr>
          <p:nvPr>
            <p:ph type="body" sz="quarter" idx="30" hasCustomPrompt="1"/>
          </p:nvPr>
        </p:nvSpPr>
        <p:spPr>
          <a:xfrm>
            <a:off x="1271016" y="6149213"/>
            <a:ext cx="2029968" cy="182880"/>
          </a:xfrm>
        </p:spPr>
        <p:txBody>
          <a:bodyPr anchor="ctr">
            <a:noAutofit/>
          </a:bodyPr>
          <a:lstStyle>
            <a:lvl1pPr marL="0" indent="0" algn="ctr">
              <a:buNone/>
              <a:defRPr sz="1200" spc="20" baseline="0">
                <a:solidFill>
                  <a:schemeClr val="bg1"/>
                </a:solidFill>
              </a:defRPr>
            </a:lvl1pPr>
          </a:lstStyle>
          <a:p>
            <a:pPr lvl="0"/>
            <a:r>
              <a:rPr lang="en-US" dirty="0"/>
              <a:t>Title</a:t>
            </a:r>
          </a:p>
        </p:txBody>
      </p:sp>
      <p:sp>
        <p:nvSpPr>
          <p:cNvPr id="23" name="Picture Placeholder 16">
            <a:extLst>
              <a:ext uri="{FF2B5EF4-FFF2-40B4-BE49-F238E27FC236}">
                <a16:creationId xmlns:a16="http://schemas.microsoft.com/office/drawing/2014/main" id="{FBADCD1B-D9E0-EA12-0DD5-22E5C60E5D6B}"/>
              </a:ext>
            </a:extLst>
          </p:cNvPr>
          <p:cNvSpPr>
            <a:spLocks noGrp="1"/>
          </p:cNvSpPr>
          <p:nvPr>
            <p:ph type="pic" sz="quarter" idx="17"/>
          </p:nvPr>
        </p:nvSpPr>
        <p:spPr>
          <a:xfrm>
            <a:off x="3828288" y="1478661"/>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a:extLst>
              <a:ext uri="{FF2B5EF4-FFF2-40B4-BE49-F238E27FC236}">
                <a16:creationId xmlns:a16="http://schemas.microsoft.com/office/drawing/2014/main" id="{AD33972D-9092-4B3C-A699-07849068AF1D}"/>
              </a:ext>
            </a:extLst>
          </p:cNvPr>
          <p:cNvSpPr>
            <a:spLocks noGrp="1"/>
          </p:cNvSpPr>
          <p:nvPr>
            <p:ph type="body" sz="quarter" idx="16" hasCustomPrompt="1"/>
          </p:nvPr>
        </p:nvSpPr>
        <p:spPr>
          <a:xfrm>
            <a:off x="3828288" y="3124581"/>
            <a:ext cx="2029968" cy="694944"/>
          </a:xfrm>
          <a:solidFill>
            <a:srgbClr val="781131"/>
          </a:solidFill>
        </p:spPr>
        <p:txBody>
          <a:bodyPr lIns="0" tIns="155448" rIns="0" anchor="t">
            <a:noAutofit/>
          </a:bodyPr>
          <a:lstStyle>
            <a:lvl1pPr marL="0" indent="0" algn="ctr">
              <a:spcBef>
                <a:spcPts val="0"/>
              </a:spcBef>
              <a:buNone/>
              <a:defRPr sz="1400" b="1" cap="all" spc="20" baseline="0">
                <a:solidFill>
                  <a:schemeClr val="bg1"/>
                </a:solidFill>
                <a:latin typeface="Arial" panose="020B0604020202020204" pitchFamily="34" charset="0"/>
                <a:cs typeface="Arial" panose="020B0604020202020204" pitchFamily="34" charset="0"/>
              </a:defRPr>
            </a:lvl1pPr>
          </a:lstStyle>
          <a:p>
            <a:pPr lvl="0"/>
            <a:r>
              <a:rPr lang="en-US" dirty="0"/>
              <a:t>Name</a:t>
            </a:r>
          </a:p>
        </p:txBody>
      </p:sp>
      <p:sp>
        <p:nvSpPr>
          <p:cNvPr id="24" name="Text Placeholder 20">
            <a:extLst>
              <a:ext uri="{FF2B5EF4-FFF2-40B4-BE49-F238E27FC236}">
                <a16:creationId xmlns:a16="http://schemas.microsoft.com/office/drawing/2014/main" id="{B54F15B1-EAC3-0113-6737-C64480876C5F}"/>
              </a:ext>
            </a:extLst>
          </p:cNvPr>
          <p:cNvSpPr>
            <a:spLocks noGrp="1"/>
          </p:cNvSpPr>
          <p:nvPr>
            <p:ph type="body" sz="quarter" idx="18" hasCustomPrompt="1"/>
          </p:nvPr>
        </p:nvSpPr>
        <p:spPr>
          <a:xfrm>
            <a:off x="3828288" y="3550285"/>
            <a:ext cx="2029968" cy="182880"/>
          </a:xfrm>
        </p:spPr>
        <p:txBody>
          <a:bodyPr anchor="ctr">
            <a:noAutofit/>
          </a:bodyPr>
          <a:lstStyle>
            <a:lvl1pPr marL="0" indent="0" algn="ctr">
              <a:buNone/>
              <a:defRPr sz="1200" spc="20" baseline="0">
                <a:solidFill>
                  <a:schemeClr val="bg1"/>
                </a:solidFill>
              </a:defRPr>
            </a:lvl1pPr>
          </a:lstStyle>
          <a:p>
            <a:pPr lvl="0"/>
            <a:r>
              <a:rPr lang="en-US" dirty="0"/>
              <a:t>Title</a:t>
            </a:r>
          </a:p>
        </p:txBody>
      </p:sp>
      <p:sp>
        <p:nvSpPr>
          <p:cNvPr id="11" name="Picture Placeholder 16">
            <a:extLst>
              <a:ext uri="{FF2B5EF4-FFF2-40B4-BE49-F238E27FC236}">
                <a16:creationId xmlns:a16="http://schemas.microsoft.com/office/drawing/2014/main" id="{B5D5100A-3D51-45DB-3A84-9E7FB85261E3}"/>
              </a:ext>
            </a:extLst>
          </p:cNvPr>
          <p:cNvSpPr>
            <a:spLocks noGrp="1"/>
          </p:cNvSpPr>
          <p:nvPr>
            <p:ph type="pic" sz="quarter" idx="26"/>
          </p:nvPr>
        </p:nvSpPr>
        <p:spPr>
          <a:xfrm>
            <a:off x="3828288" y="4077589"/>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6" name="Text Placeholder 18">
            <a:extLst>
              <a:ext uri="{FF2B5EF4-FFF2-40B4-BE49-F238E27FC236}">
                <a16:creationId xmlns:a16="http://schemas.microsoft.com/office/drawing/2014/main" id="{B775B771-678A-D917-7FE0-5DA7A23CCE25}"/>
              </a:ext>
            </a:extLst>
          </p:cNvPr>
          <p:cNvSpPr>
            <a:spLocks noGrp="1"/>
          </p:cNvSpPr>
          <p:nvPr>
            <p:ph type="body" sz="quarter" idx="31" hasCustomPrompt="1"/>
          </p:nvPr>
        </p:nvSpPr>
        <p:spPr>
          <a:xfrm>
            <a:off x="3828288" y="5723509"/>
            <a:ext cx="2029968" cy="694944"/>
          </a:xfrm>
          <a:solidFill>
            <a:schemeClr val="accent4"/>
          </a:solidFill>
        </p:spPr>
        <p:txBody>
          <a:bodyPr lIns="0" tIns="155448" rIns="0" anchor="t">
            <a:noAutofit/>
          </a:bodyPr>
          <a:lstStyle>
            <a:lvl1pPr marL="0" indent="0" algn="ctr">
              <a:spcBef>
                <a:spcPts val="0"/>
              </a:spcBef>
              <a:buNone/>
              <a:defRPr sz="1400" b="1" cap="all" spc="20" baseline="0">
                <a:solidFill>
                  <a:srgbClr val="781131"/>
                </a:solidFill>
                <a:latin typeface="Arial" panose="020B0604020202020204" pitchFamily="34" charset="0"/>
                <a:cs typeface="Arial" panose="020B0604020202020204" pitchFamily="34" charset="0"/>
              </a:defRPr>
            </a:lvl1pPr>
          </a:lstStyle>
          <a:p>
            <a:pPr lvl="0"/>
            <a:r>
              <a:rPr lang="en-US" dirty="0"/>
              <a:t>Name</a:t>
            </a:r>
          </a:p>
        </p:txBody>
      </p:sp>
      <p:sp>
        <p:nvSpPr>
          <p:cNvPr id="18" name="Text Placeholder 20">
            <a:extLst>
              <a:ext uri="{FF2B5EF4-FFF2-40B4-BE49-F238E27FC236}">
                <a16:creationId xmlns:a16="http://schemas.microsoft.com/office/drawing/2014/main" id="{AA2B9540-B92A-AD9C-C01A-B08A98BF8455}"/>
              </a:ext>
            </a:extLst>
          </p:cNvPr>
          <p:cNvSpPr>
            <a:spLocks noGrp="1"/>
          </p:cNvSpPr>
          <p:nvPr>
            <p:ph type="body" sz="quarter" idx="32" hasCustomPrompt="1"/>
          </p:nvPr>
        </p:nvSpPr>
        <p:spPr>
          <a:xfrm>
            <a:off x="3828288" y="6149213"/>
            <a:ext cx="2029968" cy="182880"/>
          </a:xfrm>
        </p:spPr>
        <p:txBody>
          <a:bodyPr anchor="ctr">
            <a:noAutofit/>
          </a:bodyPr>
          <a:lstStyle>
            <a:lvl1pPr marL="0" indent="0" algn="ctr">
              <a:buNone/>
              <a:defRPr sz="1200" spc="20" baseline="0"/>
            </a:lvl1pPr>
          </a:lstStyle>
          <a:p>
            <a:pPr lvl="0"/>
            <a:r>
              <a:rPr lang="en-US" dirty="0"/>
              <a:t>Title</a:t>
            </a:r>
          </a:p>
        </p:txBody>
      </p:sp>
      <p:sp>
        <p:nvSpPr>
          <p:cNvPr id="26" name="Picture Placeholder 16">
            <a:extLst>
              <a:ext uri="{FF2B5EF4-FFF2-40B4-BE49-F238E27FC236}">
                <a16:creationId xmlns:a16="http://schemas.microsoft.com/office/drawing/2014/main" id="{FCEED0A5-9A71-D54A-91FC-264BD71DDED3}"/>
              </a:ext>
            </a:extLst>
          </p:cNvPr>
          <p:cNvSpPr>
            <a:spLocks noGrp="1"/>
          </p:cNvSpPr>
          <p:nvPr>
            <p:ph type="pic" sz="quarter" idx="20"/>
          </p:nvPr>
        </p:nvSpPr>
        <p:spPr>
          <a:xfrm>
            <a:off x="6385560" y="1478661"/>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a:extLst>
              <a:ext uri="{FF2B5EF4-FFF2-40B4-BE49-F238E27FC236}">
                <a16:creationId xmlns:a16="http://schemas.microsoft.com/office/drawing/2014/main" id="{F44A0C74-A714-A8C2-69D2-74CAD68037A5}"/>
              </a:ext>
            </a:extLst>
          </p:cNvPr>
          <p:cNvSpPr>
            <a:spLocks noGrp="1"/>
          </p:cNvSpPr>
          <p:nvPr>
            <p:ph type="body" sz="quarter" idx="19" hasCustomPrompt="1"/>
          </p:nvPr>
        </p:nvSpPr>
        <p:spPr>
          <a:xfrm>
            <a:off x="6385560" y="3124581"/>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7" name="Text Placeholder 20">
            <a:extLst>
              <a:ext uri="{FF2B5EF4-FFF2-40B4-BE49-F238E27FC236}">
                <a16:creationId xmlns:a16="http://schemas.microsoft.com/office/drawing/2014/main" id="{552F4682-3F02-2A70-A285-FB2D1822A4D6}"/>
              </a:ext>
            </a:extLst>
          </p:cNvPr>
          <p:cNvSpPr>
            <a:spLocks noGrp="1"/>
          </p:cNvSpPr>
          <p:nvPr>
            <p:ph type="body" sz="quarter" idx="21" hasCustomPrompt="1"/>
          </p:nvPr>
        </p:nvSpPr>
        <p:spPr>
          <a:xfrm>
            <a:off x="6385560" y="3550285"/>
            <a:ext cx="2029968" cy="182880"/>
          </a:xfrm>
        </p:spPr>
        <p:txBody>
          <a:bodyPr anchor="ctr">
            <a:noAutofit/>
          </a:bodyPr>
          <a:lstStyle>
            <a:lvl1pPr marL="0" indent="0" algn="ctr">
              <a:buNone/>
              <a:defRPr sz="1200" spc="20" baseline="0"/>
            </a:lvl1pPr>
          </a:lstStyle>
          <a:p>
            <a:pPr lvl="0"/>
            <a:r>
              <a:rPr lang="en-US" dirty="0"/>
              <a:t>Title</a:t>
            </a:r>
          </a:p>
        </p:txBody>
      </p:sp>
      <p:sp>
        <p:nvSpPr>
          <p:cNvPr id="12" name="Picture Placeholder 16">
            <a:extLst>
              <a:ext uri="{FF2B5EF4-FFF2-40B4-BE49-F238E27FC236}">
                <a16:creationId xmlns:a16="http://schemas.microsoft.com/office/drawing/2014/main" id="{3D2AAC25-9404-1F6F-200C-5660F4995858}"/>
              </a:ext>
            </a:extLst>
          </p:cNvPr>
          <p:cNvSpPr>
            <a:spLocks noGrp="1"/>
          </p:cNvSpPr>
          <p:nvPr>
            <p:ph type="pic" sz="quarter" idx="27"/>
          </p:nvPr>
        </p:nvSpPr>
        <p:spPr>
          <a:xfrm>
            <a:off x="6385560" y="4077589"/>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0" name="Text Placeholder 18">
            <a:extLst>
              <a:ext uri="{FF2B5EF4-FFF2-40B4-BE49-F238E27FC236}">
                <a16:creationId xmlns:a16="http://schemas.microsoft.com/office/drawing/2014/main" id="{AE4677E1-AC1B-AB9C-5E0C-794903DD1CEB}"/>
              </a:ext>
            </a:extLst>
          </p:cNvPr>
          <p:cNvSpPr>
            <a:spLocks noGrp="1"/>
          </p:cNvSpPr>
          <p:nvPr>
            <p:ph type="body" sz="quarter" idx="33" hasCustomPrompt="1"/>
          </p:nvPr>
        </p:nvSpPr>
        <p:spPr>
          <a:xfrm>
            <a:off x="6385560" y="5723509"/>
            <a:ext cx="2029968" cy="694944"/>
          </a:xfrm>
          <a:solidFill>
            <a:srgbClr val="781131"/>
          </a:solidFill>
        </p:spPr>
        <p:txBody>
          <a:bodyPr lIns="0" tIns="155448" rIns="0" anchor="t">
            <a:noAutofit/>
          </a:bodyPr>
          <a:lstStyle>
            <a:lvl1pPr marL="0" indent="0" algn="ctr">
              <a:spcBef>
                <a:spcPts val="0"/>
              </a:spcBef>
              <a:buNone/>
              <a:defRPr sz="1400" b="1" cap="all" spc="20" baseline="0">
                <a:solidFill>
                  <a:schemeClr val="bg1"/>
                </a:solidFill>
                <a:latin typeface="Arial" panose="020B0604020202020204" pitchFamily="34" charset="0"/>
                <a:cs typeface="Arial" panose="020B0604020202020204" pitchFamily="34" charset="0"/>
              </a:defRPr>
            </a:lvl1pPr>
          </a:lstStyle>
          <a:p>
            <a:pPr lvl="0"/>
            <a:r>
              <a:rPr lang="en-US" dirty="0"/>
              <a:t>Name</a:t>
            </a:r>
          </a:p>
        </p:txBody>
      </p:sp>
      <p:sp>
        <p:nvSpPr>
          <p:cNvPr id="31" name="Text Placeholder 20">
            <a:extLst>
              <a:ext uri="{FF2B5EF4-FFF2-40B4-BE49-F238E27FC236}">
                <a16:creationId xmlns:a16="http://schemas.microsoft.com/office/drawing/2014/main" id="{826BBF6C-7198-3C15-CDCB-E72B08709C1F}"/>
              </a:ext>
            </a:extLst>
          </p:cNvPr>
          <p:cNvSpPr>
            <a:spLocks noGrp="1"/>
          </p:cNvSpPr>
          <p:nvPr>
            <p:ph type="body" sz="quarter" idx="34" hasCustomPrompt="1"/>
          </p:nvPr>
        </p:nvSpPr>
        <p:spPr>
          <a:xfrm>
            <a:off x="6385560" y="6149213"/>
            <a:ext cx="2029968" cy="182880"/>
          </a:xfrm>
        </p:spPr>
        <p:txBody>
          <a:bodyPr anchor="ctr">
            <a:noAutofit/>
          </a:bodyPr>
          <a:lstStyle>
            <a:lvl1pPr marL="0" indent="0" algn="ctr">
              <a:buNone/>
              <a:defRPr sz="1200" spc="20" baseline="0">
                <a:solidFill>
                  <a:schemeClr val="bg1"/>
                </a:solidFill>
              </a:defRPr>
            </a:lvl1pPr>
          </a:lstStyle>
          <a:p>
            <a:pPr lvl="0"/>
            <a:r>
              <a:rPr lang="en-US" dirty="0"/>
              <a:t>Title</a:t>
            </a:r>
          </a:p>
        </p:txBody>
      </p:sp>
      <p:sp>
        <p:nvSpPr>
          <p:cNvPr id="29" name="Picture Placeholder 16">
            <a:extLst>
              <a:ext uri="{FF2B5EF4-FFF2-40B4-BE49-F238E27FC236}">
                <a16:creationId xmlns:a16="http://schemas.microsoft.com/office/drawing/2014/main" id="{4F0F5D16-7316-B120-F378-E3D492FEEB9C}"/>
              </a:ext>
            </a:extLst>
          </p:cNvPr>
          <p:cNvSpPr>
            <a:spLocks noGrp="1"/>
          </p:cNvSpPr>
          <p:nvPr>
            <p:ph type="pic" sz="quarter" idx="23"/>
          </p:nvPr>
        </p:nvSpPr>
        <p:spPr>
          <a:xfrm>
            <a:off x="8942832" y="1478661"/>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a:extLst>
              <a:ext uri="{FF2B5EF4-FFF2-40B4-BE49-F238E27FC236}">
                <a16:creationId xmlns:a16="http://schemas.microsoft.com/office/drawing/2014/main" id="{47AC9724-9FC2-62FA-0DE7-3F9FE9B67A34}"/>
              </a:ext>
            </a:extLst>
          </p:cNvPr>
          <p:cNvSpPr>
            <a:spLocks noGrp="1"/>
          </p:cNvSpPr>
          <p:nvPr>
            <p:ph type="body" sz="quarter" idx="22" hasCustomPrompt="1"/>
          </p:nvPr>
        </p:nvSpPr>
        <p:spPr>
          <a:xfrm>
            <a:off x="8942832" y="3124581"/>
            <a:ext cx="2029968" cy="694944"/>
          </a:xfrm>
          <a:solidFill>
            <a:srgbClr val="781131"/>
          </a:solidFill>
        </p:spPr>
        <p:txBody>
          <a:bodyPr lIns="0" tIns="155448" rIns="0" anchor="t">
            <a:noAutofit/>
          </a:bodyPr>
          <a:lstStyle>
            <a:lvl1pPr marL="0" indent="0" algn="ctr">
              <a:spcBef>
                <a:spcPts val="0"/>
              </a:spcBef>
              <a:buNone/>
              <a:defRPr sz="1400" b="1" cap="all" spc="20" baseline="0">
                <a:solidFill>
                  <a:schemeClr val="bg1"/>
                </a:solidFill>
                <a:latin typeface="Arial" panose="020B0604020202020204" pitchFamily="34" charset="0"/>
                <a:cs typeface="Arial" panose="020B0604020202020204" pitchFamily="34" charset="0"/>
              </a:defRPr>
            </a:lvl1pPr>
          </a:lstStyle>
          <a:p>
            <a:pPr lvl="0"/>
            <a:r>
              <a:rPr lang="en-US" dirty="0"/>
              <a:t>Name</a:t>
            </a:r>
          </a:p>
        </p:txBody>
      </p:sp>
      <p:sp>
        <p:nvSpPr>
          <p:cNvPr id="30" name="Text Placeholder 20">
            <a:extLst>
              <a:ext uri="{FF2B5EF4-FFF2-40B4-BE49-F238E27FC236}">
                <a16:creationId xmlns:a16="http://schemas.microsoft.com/office/drawing/2014/main" id="{114EE337-FC29-F325-E528-A3F809B28B5B}"/>
              </a:ext>
            </a:extLst>
          </p:cNvPr>
          <p:cNvSpPr>
            <a:spLocks noGrp="1"/>
          </p:cNvSpPr>
          <p:nvPr>
            <p:ph type="body" sz="quarter" idx="24" hasCustomPrompt="1"/>
          </p:nvPr>
        </p:nvSpPr>
        <p:spPr>
          <a:xfrm>
            <a:off x="8942832" y="3550285"/>
            <a:ext cx="2029968" cy="182880"/>
          </a:xfrm>
        </p:spPr>
        <p:txBody>
          <a:bodyPr anchor="ctr">
            <a:noAutofit/>
          </a:bodyPr>
          <a:lstStyle>
            <a:lvl1pPr marL="0" indent="0" algn="ctr">
              <a:buNone/>
              <a:defRPr sz="1200" spc="20" baseline="0">
                <a:solidFill>
                  <a:schemeClr val="bg1"/>
                </a:solidFill>
              </a:defRPr>
            </a:lvl1pPr>
          </a:lstStyle>
          <a:p>
            <a:pPr lvl="0"/>
            <a:r>
              <a:rPr lang="en-US" dirty="0"/>
              <a:t>Title</a:t>
            </a:r>
          </a:p>
        </p:txBody>
      </p:sp>
      <p:sp>
        <p:nvSpPr>
          <p:cNvPr id="13" name="Picture Placeholder 16">
            <a:extLst>
              <a:ext uri="{FF2B5EF4-FFF2-40B4-BE49-F238E27FC236}">
                <a16:creationId xmlns:a16="http://schemas.microsoft.com/office/drawing/2014/main" id="{90CBAA5D-3D9B-0CB5-E527-996433638BE3}"/>
              </a:ext>
            </a:extLst>
          </p:cNvPr>
          <p:cNvSpPr>
            <a:spLocks noGrp="1"/>
          </p:cNvSpPr>
          <p:nvPr>
            <p:ph type="pic" sz="quarter" idx="28"/>
          </p:nvPr>
        </p:nvSpPr>
        <p:spPr>
          <a:xfrm>
            <a:off x="8942832" y="4077589"/>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32" name="Text Placeholder 18">
            <a:extLst>
              <a:ext uri="{FF2B5EF4-FFF2-40B4-BE49-F238E27FC236}">
                <a16:creationId xmlns:a16="http://schemas.microsoft.com/office/drawing/2014/main" id="{5B47333C-2F5E-FA7D-5DD1-191E0F421B61}"/>
              </a:ext>
            </a:extLst>
          </p:cNvPr>
          <p:cNvSpPr>
            <a:spLocks noGrp="1"/>
          </p:cNvSpPr>
          <p:nvPr>
            <p:ph type="body" sz="quarter" idx="35" hasCustomPrompt="1"/>
          </p:nvPr>
        </p:nvSpPr>
        <p:spPr>
          <a:xfrm>
            <a:off x="8942832" y="5723509"/>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3" name="Text Placeholder 20">
            <a:extLst>
              <a:ext uri="{FF2B5EF4-FFF2-40B4-BE49-F238E27FC236}">
                <a16:creationId xmlns:a16="http://schemas.microsoft.com/office/drawing/2014/main" id="{D0AA2AE2-5A11-76D4-4D9C-B6B24D1419D0}"/>
              </a:ext>
            </a:extLst>
          </p:cNvPr>
          <p:cNvSpPr>
            <a:spLocks noGrp="1"/>
          </p:cNvSpPr>
          <p:nvPr>
            <p:ph type="body" sz="quarter" idx="36" hasCustomPrompt="1"/>
          </p:nvPr>
        </p:nvSpPr>
        <p:spPr>
          <a:xfrm>
            <a:off x="8942832" y="6149213"/>
            <a:ext cx="2029968" cy="182880"/>
          </a:xfrm>
        </p:spPr>
        <p:txBody>
          <a:bodyPr anchor="ctr">
            <a:noAutofit/>
          </a:bodyPr>
          <a:lstStyle>
            <a:lvl1pPr marL="0" indent="0" algn="ctr">
              <a:buNone/>
              <a:defRPr sz="1200" spc="20" baseline="0"/>
            </a:lvl1pPr>
          </a:lstStyle>
          <a:p>
            <a:pPr lvl="0"/>
            <a:r>
              <a:rPr lang="en-US" dirty="0"/>
              <a:t>Title</a:t>
            </a:r>
          </a:p>
        </p:txBody>
      </p:sp>
    </p:spTree>
    <p:extLst>
      <p:ext uri="{BB962C8B-B14F-4D97-AF65-F5344CB8AC3E}">
        <p14:creationId xmlns:p14="http://schemas.microsoft.com/office/powerpoint/2010/main" val="1900709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950ED98-B5D1-206C-403F-FA954F9D2CFF}"/>
              </a:ext>
            </a:extLst>
          </p:cNvPr>
          <p:cNvSpPr/>
          <p:nvPr userDrawn="1"/>
        </p:nvSpPr>
        <p:spPr>
          <a:xfrm>
            <a:off x="685338" y="3796480"/>
            <a:ext cx="2011680" cy="1517904"/>
          </a:xfrm>
          <a:prstGeom prst="rect">
            <a:avLst/>
          </a:prstGeom>
          <a:solidFill>
            <a:srgbClr val="7811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E8643CE-01D9-3E5E-15F6-20689F775F15}"/>
              </a:ext>
            </a:extLst>
          </p:cNvPr>
          <p:cNvSpPr/>
          <p:nvPr userDrawn="1"/>
        </p:nvSpPr>
        <p:spPr>
          <a:xfrm>
            <a:off x="2900911"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AF82DDD-EDEC-7D87-F43A-113C5E4A4FE7}"/>
              </a:ext>
            </a:extLst>
          </p:cNvPr>
          <p:cNvSpPr/>
          <p:nvPr userDrawn="1"/>
        </p:nvSpPr>
        <p:spPr>
          <a:xfrm>
            <a:off x="5116484" y="3796480"/>
            <a:ext cx="2011680" cy="1517904"/>
          </a:xfrm>
          <a:prstGeom prst="rect">
            <a:avLst/>
          </a:prstGeom>
          <a:solidFill>
            <a:srgbClr val="7811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47E492E-967F-54B7-55B1-08A5E1C3615B}"/>
              </a:ext>
            </a:extLst>
          </p:cNvPr>
          <p:cNvSpPr/>
          <p:nvPr userDrawn="1"/>
        </p:nvSpPr>
        <p:spPr>
          <a:xfrm>
            <a:off x="9547629" y="3796480"/>
            <a:ext cx="2011680" cy="1517904"/>
          </a:xfrm>
          <a:prstGeom prst="rect">
            <a:avLst/>
          </a:prstGeom>
          <a:solidFill>
            <a:srgbClr val="7811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C0053FE-E44A-CA97-F782-67FC633E722E}"/>
              </a:ext>
            </a:extLst>
          </p:cNvPr>
          <p:cNvSpPr/>
          <p:nvPr userDrawn="1"/>
        </p:nvSpPr>
        <p:spPr>
          <a:xfrm>
            <a:off x="7332057"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445A0A-815D-3414-088B-C041E6742DBE}"/>
              </a:ext>
            </a:extLst>
          </p:cNvPr>
          <p:cNvSpPr>
            <a:spLocks noGrp="1"/>
          </p:cNvSpPr>
          <p:nvPr>
            <p:ph type="title"/>
          </p:nvPr>
        </p:nvSpPr>
        <p:spPr>
          <a:xfrm>
            <a:off x="758952" y="841248"/>
            <a:ext cx="10671048" cy="768096"/>
          </a:xfrm>
        </p:spPr>
        <p:txBody>
          <a:bodyPr>
            <a:noAutofit/>
          </a:bodyPr>
          <a:lstStyle>
            <a:lvl1pPr>
              <a:lnSpc>
                <a:spcPct val="100000"/>
              </a:lnSpc>
              <a:defRPr/>
            </a:lvl1pPr>
          </a:lstStyle>
          <a:p>
            <a:r>
              <a:rPr lang="en-US"/>
              <a:t>Click to edit Master title style</a:t>
            </a:r>
            <a:endParaRPr lang="en-US" dirty="0"/>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p:nvPr>
        </p:nvSpPr>
        <p:spPr>
          <a:xfrm>
            <a:off x="685338"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4" name="Picture Placeholder 62">
            <a:extLst>
              <a:ext uri="{FF2B5EF4-FFF2-40B4-BE49-F238E27FC236}">
                <a16:creationId xmlns:a16="http://schemas.microsoft.com/office/drawing/2014/main" id="{2F18FBB7-2D21-7954-1324-C7D3BFE5C85D}"/>
              </a:ext>
            </a:extLst>
          </p:cNvPr>
          <p:cNvSpPr>
            <a:spLocks noGrp="1"/>
          </p:cNvSpPr>
          <p:nvPr>
            <p:ph type="pic" sz="quarter" idx="23"/>
          </p:nvPr>
        </p:nvSpPr>
        <p:spPr>
          <a:xfrm>
            <a:off x="1339134" y="2111058"/>
            <a:ext cx="704088" cy="704088"/>
          </a:xfrm>
          <a:prstGeom prst="ellipse">
            <a:avLst/>
          </a:prstGeom>
          <a:solidFill>
            <a:srgbClr val="78113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p:nvPr>
        </p:nvSpPr>
        <p:spPr>
          <a:xfrm>
            <a:off x="731058" y="3888404"/>
            <a:ext cx="1920240" cy="1371600"/>
          </a:xfrm>
          <a:noFill/>
          <a:ln>
            <a:noFill/>
          </a:ln>
        </p:spPr>
        <p:txBody>
          <a:bodyPr lIns="91440" rIns="91440" anchor="ctr">
            <a:noAutofit/>
          </a:bodyPr>
          <a:lstStyle>
            <a:lvl1pPr marL="0" indent="0" algn="ctr">
              <a:spcBef>
                <a:spcPts val="0"/>
              </a:spcBef>
              <a:buNone/>
              <a:defRPr sz="1500">
                <a:solidFill>
                  <a:schemeClr val="bg1"/>
                </a:solidFill>
              </a:defRPr>
            </a:lvl1pPr>
          </a:lstStyle>
          <a:p>
            <a:pPr lvl="0"/>
            <a:r>
              <a:rPr lang="en-US" dirty="0"/>
              <a:t>Click to edit Master text styles</a:t>
            </a:r>
          </a:p>
        </p:txBody>
      </p:sp>
      <p:sp>
        <p:nvSpPr>
          <p:cNvPr id="47" name="Text Placeholder 4">
            <a:extLst>
              <a:ext uri="{FF2B5EF4-FFF2-40B4-BE49-F238E27FC236}">
                <a16:creationId xmlns:a16="http://schemas.microsoft.com/office/drawing/2014/main" id="{79F9AD31-B0C5-3563-C73A-8B6297FCFD1C}"/>
              </a:ext>
            </a:extLst>
          </p:cNvPr>
          <p:cNvSpPr>
            <a:spLocks noGrp="1"/>
          </p:cNvSpPr>
          <p:nvPr>
            <p:ph type="body" sz="quarter" idx="3"/>
          </p:nvPr>
        </p:nvSpPr>
        <p:spPr>
          <a:xfrm>
            <a:off x="2900910"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8" name="Picture Placeholder 62">
            <a:extLst>
              <a:ext uri="{FF2B5EF4-FFF2-40B4-BE49-F238E27FC236}">
                <a16:creationId xmlns:a16="http://schemas.microsoft.com/office/drawing/2014/main" id="{05E8E8EF-4954-870B-04E5-82BC660A6738}"/>
              </a:ext>
            </a:extLst>
          </p:cNvPr>
          <p:cNvSpPr>
            <a:spLocks noGrp="1"/>
          </p:cNvSpPr>
          <p:nvPr>
            <p:ph type="pic" sz="quarter" idx="27"/>
          </p:nvPr>
        </p:nvSpPr>
        <p:spPr>
          <a:xfrm>
            <a:off x="3554707"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8" name="Text Placeholder 51">
            <a:extLst>
              <a:ext uri="{FF2B5EF4-FFF2-40B4-BE49-F238E27FC236}">
                <a16:creationId xmlns:a16="http://schemas.microsoft.com/office/drawing/2014/main" id="{75981CD1-EA26-D1CF-F19E-B58C16BA8A69}"/>
              </a:ext>
            </a:extLst>
          </p:cNvPr>
          <p:cNvSpPr>
            <a:spLocks noGrp="1"/>
          </p:cNvSpPr>
          <p:nvPr>
            <p:ph type="body" sz="quarter" idx="19"/>
          </p:nvPr>
        </p:nvSpPr>
        <p:spPr>
          <a:xfrm>
            <a:off x="2946630"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8" name="Text Placeholder 4">
            <a:extLst>
              <a:ext uri="{FF2B5EF4-FFF2-40B4-BE49-F238E27FC236}">
                <a16:creationId xmlns:a16="http://schemas.microsoft.com/office/drawing/2014/main" id="{3A09BBD1-5CBC-B0EF-71C0-054FCB989BC6}"/>
              </a:ext>
            </a:extLst>
          </p:cNvPr>
          <p:cNvSpPr>
            <a:spLocks noGrp="1"/>
          </p:cNvSpPr>
          <p:nvPr>
            <p:ph type="body" sz="quarter" idx="13"/>
          </p:nvPr>
        </p:nvSpPr>
        <p:spPr>
          <a:xfrm>
            <a:off x="5116484"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7" name="Picture Placeholder 62">
            <a:extLst>
              <a:ext uri="{FF2B5EF4-FFF2-40B4-BE49-F238E27FC236}">
                <a16:creationId xmlns:a16="http://schemas.microsoft.com/office/drawing/2014/main" id="{4AD0C8C9-DB5A-6DC8-2729-A21F1A5CF174}"/>
              </a:ext>
            </a:extLst>
          </p:cNvPr>
          <p:cNvSpPr>
            <a:spLocks noGrp="1"/>
          </p:cNvSpPr>
          <p:nvPr>
            <p:ph type="pic" sz="quarter" idx="26"/>
          </p:nvPr>
        </p:nvSpPr>
        <p:spPr>
          <a:xfrm>
            <a:off x="5770280" y="2111058"/>
            <a:ext cx="704088" cy="704088"/>
          </a:xfrm>
          <a:prstGeom prst="ellipse">
            <a:avLst/>
          </a:prstGeom>
          <a:solidFill>
            <a:srgbClr val="78113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9" name="Text Placeholder 51">
            <a:extLst>
              <a:ext uri="{FF2B5EF4-FFF2-40B4-BE49-F238E27FC236}">
                <a16:creationId xmlns:a16="http://schemas.microsoft.com/office/drawing/2014/main" id="{F02DE2DC-F65C-32A5-5821-89FB2F53C325}"/>
              </a:ext>
            </a:extLst>
          </p:cNvPr>
          <p:cNvSpPr>
            <a:spLocks noGrp="1"/>
          </p:cNvSpPr>
          <p:nvPr>
            <p:ph type="body" sz="quarter" idx="20"/>
          </p:nvPr>
        </p:nvSpPr>
        <p:spPr>
          <a:xfrm>
            <a:off x="5162204" y="3888404"/>
            <a:ext cx="1920240" cy="1371600"/>
          </a:xfrm>
          <a:noFill/>
          <a:ln>
            <a:noFill/>
          </a:ln>
        </p:spPr>
        <p:txBody>
          <a:bodyPr lIns="91440" rIns="91440" anchor="ctr">
            <a:noAutofit/>
          </a:bodyPr>
          <a:lstStyle>
            <a:lvl1pPr marL="0" indent="0" algn="ctr">
              <a:spcBef>
                <a:spcPts val="0"/>
              </a:spcBef>
              <a:buNone/>
              <a:defRPr sz="1500">
                <a:solidFill>
                  <a:schemeClr val="bg1"/>
                </a:solidFill>
              </a:defRPr>
            </a:lvl1pPr>
          </a:lstStyle>
          <a:p>
            <a:pPr lvl="0"/>
            <a:r>
              <a:rPr lang="en-US" dirty="0"/>
              <a:t>Click to edit Master text styles</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p:nvPr>
        </p:nvSpPr>
        <p:spPr>
          <a:xfrm>
            <a:off x="7332057"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6" name="Picture Placeholder 62">
            <a:extLst>
              <a:ext uri="{FF2B5EF4-FFF2-40B4-BE49-F238E27FC236}">
                <a16:creationId xmlns:a16="http://schemas.microsoft.com/office/drawing/2014/main" id="{139354A0-F5DF-3AC5-5E8B-A41146C26F3C}"/>
              </a:ext>
            </a:extLst>
          </p:cNvPr>
          <p:cNvSpPr>
            <a:spLocks noGrp="1"/>
          </p:cNvSpPr>
          <p:nvPr>
            <p:ph type="pic" sz="quarter" idx="25"/>
          </p:nvPr>
        </p:nvSpPr>
        <p:spPr>
          <a:xfrm>
            <a:off x="7985853"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p:nvPr>
        </p:nvSpPr>
        <p:spPr>
          <a:xfrm>
            <a:off x="7377777"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p:nvPr>
        </p:nvSpPr>
        <p:spPr>
          <a:xfrm>
            <a:off x="9547629"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5" name="Picture Placeholder 62">
            <a:extLst>
              <a:ext uri="{FF2B5EF4-FFF2-40B4-BE49-F238E27FC236}">
                <a16:creationId xmlns:a16="http://schemas.microsoft.com/office/drawing/2014/main" id="{D5BF3A8A-72F1-392E-855B-5B36E244A7FD}"/>
              </a:ext>
            </a:extLst>
          </p:cNvPr>
          <p:cNvSpPr>
            <a:spLocks noGrp="1"/>
          </p:cNvSpPr>
          <p:nvPr>
            <p:ph type="pic" sz="quarter" idx="24"/>
          </p:nvPr>
        </p:nvSpPr>
        <p:spPr>
          <a:xfrm>
            <a:off x="10201425" y="2111058"/>
            <a:ext cx="704088" cy="704088"/>
          </a:xfrm>
          <a:prstGeom prst="ellipse">
            <a:avLst/>
          </a:prstGeom>
          <a:solidFill>
            <a:srgbClr val="78113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p:nvPr>
        </p:nvSpPr>
        <p:spPr>
          <a:xfrm>
            <a:off x="9593349" y="3888404"/>
            <a:ext cx="1920240" cy="1371600"/>
          </a:xfrm>
          <a:noFill/>
          <a:ln>
            <a:noFill/>
          </a:ln>
        </p:spPr>
        <p:txBody>
          <a:bodyPr lIns="91440" rIns="91440" anchor="ctr">
            <a:noAutofit/>
          </a:bodyPr>
          <a:lstStyle>
            <a:lvl1pPr marL="0" indent="0" algn="ctr">
              <a:spcBef>
                <a:spcPts val="0"/>
              </a:spcBef>
              <a:buNone/>
              <a:defRPr sz="1500">
                <a:solidFill>
                  <a:schemeClr val="bg1"/>
                </a:solidFill>
              </a:defRPr>
            </a:lvl1pPr>
          </a:lstStyle>
          <a:p>
            <a:pPr lvl="0"/>
            <a:r>
              <a:rPr lang="en-US" dirty="0"/>
              <a:t>Click to edit Master text styles</a:t>
            </a:r>
          </a:p>
        </p:txBody>
      </p:sp>
      <p:pic>
        <p:nvPicPr>
          <p:cNvPr id="3" name="Picture 2" descr="A picture containing logo&#10;&#10;Description automatically generated">
            <a:extLst>
              <a:ext uri="{FF2B5EF4-FFF2-40B4-BE49-F238E27FC236}">
                <a16:creationId xmlns:a16="http://schemas.microsoft.com/office/drawing/2014/main" id="{F115EC68-B4D8-034A-9D6E-77983352C43B}"/>
              </a:ext>
            </a:extLst>
          </p:cNvPr>
          <p:cNvPicPr>
            <a:picLocks noChangeAspect="1"/>
          </p:cNvPicPr>
          <p:nvPr userDrawn="1"/>
        </p:nvPicPr>
        <p:blipFill>
          <a:blip r:embed="rId2"/>
          <a:stretch>
            <a:fillRect/>
          </a:stretch>
        </p:blipFill>
        <p:spPr>
          <a:xfrm>
            <a:off x="9317677" y="5867946"/>
            <a:ext cx="2664773" cy="732304"/>
          </a:xfrm>
          <a:prstGeom prst="rect">
            <a:avLst/>
          </a:prstGeom>
        </p:spPr>
      </p:pic>
    </p:spTree>
    <p:extLst>
      <p:ext uri="{BB962C8B-B14F-4D97-AF65-F5344CB8AC3E}">
        <p14:creationId xmlns:p14="http://schemas.microsoft.com/office/powerpoint/2010/main" val="87251621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45A0A-815D-3414-088B-C041E6742DBE}"/>
              </a:ext>
            </a:extLst>
          </p:cNvPr>
          <p:cNvSpPr>
            <a:spLocks noGrp="1"/>
          </p:cNvSpPr>
          <p:nvPr>
            <p:ph type="title"/>
          </p:nvPr>
        </p:nvSpPr>
        <p:spPr>
          <a:xfrm>
            <a:off x="750951" y="643890"/>
            <a:ext cx="10671048" cy="768096"/>
          </a:xfrm>
        </p:spPr>
        <p:txBody>
          <a:bodyPr>
            <a:noAutofit/>
          </a:bodyPr>
          <a:lstStyle>
            <a:lvl1pPr>
              <a:lnSpc>
                <a:spcPct val="100000"/>
              </a:lnSpc>
              <a:defRPr/>
            </a:lvl1pPr>
          </a:lstStyle>
          <a:p>
            <a:r>
              <a:rPr lang="en-US" dirty="0"/>
              <a:t>Click to edit Master title style</a:t>
            </a:r>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p:nvPr>
        </p:nvSpPr>
        <p:spPr>
          <a:xfrm>
            <a:off x="705231" y="2152650"/>
            <a:ext cx="3328416" cy="3557016"/>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4" name="Picture Placeholder 62">
            <a:extLst>
              <a:ext uri="{FF2B5EF4-FFF2-40B4-BE49-F238E27FC236}">
                <a16:creationId xmlns:a16="http://schemas.microsoft.com/office/drawing/2014/main" id="{2F18FBB7-2D21-7954-1324-C7D3BFE5C85D}"/>
              </a:ext>
            </a:extLst>
          </p:cNvPr>
          <p:cNvSpPr>
            <a:spLocks noGrp="1" noChangeAspect="1"/>
          </p:cNvSpPr>
          <p:nvPr>
            <p:ph type="pic" sz="quarter" idx="23"/>
          </p:nvPr>
        </p:nvSpPr>
        <p:spPr>
          <a:xfrm>
            <a:off x="1903095" y="1668018"/>
            <a:ext cx="932688" cy="9326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p:nvPr>
        </p:nvSpPr>
        <p:spPr>
          <a:xfrm>
            <a:off x="984123" y="335965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p:nvPr>
        </p:nvSpPr>
        <p:spPr>
          <a:xfrm>
            <a:off x="4435983" y="2152650"/>
            <a:ext cx="3328416" cy="3557016"/>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6" name="Picture Placeholder 62">
            <a:extLst>
              <a:ext uri="{FF2B5EF4-FFF2-40B4-BE49-F238E27FC236}">
                <a16:creationId xmlns:a16="http://schemas.microsoft.com/office/drawing/2014/main" id="{139354A0-F5DF-3AC5-5E8B-A41146C26F3C}"/>
              </a:ext>
            </a:extLst>
          </p:cNvPr>
          <p:cNvSpPr>
            <a:spLocks noGrp="1" noChangeAspect="1"/>
          </p:cNvSpPr>
          <p:nvPr>
            <p:ph type="pic" sz="quarter" idx="25"/>
          </p:nvPr>
        </p:nvSpPr>
        <p:spPr>
          <a:xfrm>
            <a:off x="5633847" y="1668018"/>
            <a:ext cx="932688" cy="932688"/>
          </a:xfrm>
          <a:prstGeom prst="ellipse">
            <a:avLst/>
          </a:prstGeom>
          <a:solidFill>
            <a:srgbClr val="78113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p:nvPr>
        </p:nvSpPr>
        <p:spPr>
          <a:xfrm>
            <a:off x="4714875" y="335965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p:nvPr>
        </p:nvSpPr>
        <p:spPr>
          <a:xfrm>
            <a:off x="8084439" y="2152650"/>
            <a:ext cx="3328416" cy="3557016"/>
          </a:xfrm>
          <a:noFill/>
          <a:ln w="12700">
            <a:solidFill>
              <a:schemeClr val="accent4"/>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5" name="Picture Placeholder 62">
            <a:extLst>
              <a:ext uri="{FF2B5EF4-FFF2-40B4-BE49-F238E27FC236}">
                <a16:creationId xmlns:a16="http://schemas.microsoft.com/office/drawing/2014/main" id="{D5BF3A8A-72F1-392E-855B-5B36E244A7FD}"/>
              </a:ext>
            </a:extLst>
          </p:cNvPr>
          <p:cNvSpPr>
            <a:spLocks noGrp="1" noChangeAspect="1"/>
          </p:cNvSpPr>
          <p:nvPr>
            <p:ph type="pic" sz="quarter" idx="24"/>
          </p:nvPr>
        </p:nvSpPr>
        <p:spPr>
          <a:xfrm>
            <a:off x="9282303" y="1668018"/>
            <a:ext cx="932688" cy="932688"/>
          </a:xfrm>
          <a:prstGeom prst="ellipse">
            <a:avLst/>
          </a:prstGeom>
          <a:solidFill>
            <a:schemeClr val="accent4"/>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p:nvPr>
        </p:nvSpPr>
        <p:spPr>
          <a:xfrm>
            <a:off x="8363331" y="335965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pic>
        <p:nvPicPr>
          <p:cNvPr id="3" name="Picture 2" descr="A picture containing logo&#10;&#10;Description automatically generated">
            <a:extLst>
              <a:ext uri="{FF2B5EF4-FFF2-40B4-BE49-F238E27FC236}">
                <a16:creationId xmlns:a16="http://schemas.microsoft.com/office/drawing/2014/main" id="{0F58CB6E-1C21-B119-F1C5-857AFAE0B2EE}"/>
              </a:ext>
            </a:extLst>
          </p:cNvPr>
          <p:cNvPicPr>
            <a:picLocks noChangeAspect="1"/>
          </p:cNvPicPr>
          <p:nvPr userDrawn="1"/>
        </p:nvPicPr>
        <p:blipFill>
          <a:blip r:embed="rId2"/>
          <a:stretch>
            <a:fillRect/>
          </a:stretch>
        </p:blipFill>
        <p:spPr>
          <a:xfrm>
            <a:off x="9317677" y="5867946"/>
            <a:ext cx="2664773" cy="732304"/>
          </a:xfrm>
          <a:prstGeom prst="rect">
            <a:avLst/>
          </a:prstGeom>
        </p:spPr>
      </p:pic>
    </p:spTree>
    <p:extLst>
      <p:ext uri="{BB962C8B-B14F-4D97-AF65-F5344CB8AC3E}">
        <p14:creationId xmlns:p14="http://schemas.microsoft.com/office/powerpoint/2010/main" val="1268954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Lst>
          </p:cNvPr>
          <p:cNvSpPr/>
          <p:nvPr userDrawn="1"/>
        </p:nvSpPr>
        <p:spPr>
          <a:xfrm rot="5400000">
            <a:off x="10019104" y="69932"/>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Lst>
          </p:cNvPr>
          <p:cNvSpPr/>
          <p:nvPr userDrawn="1"/>
        </p:nvSpPr>
        <p:spPr>
          <a:xfrm rot="5400000" flipH="1" flipV="1">
            <a:off x="-69933" y="4685103"/>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lstStyle/>
          <a:p>
            <a:r>
              <a:rPr lang="en-US"/>
              <a:t>Click to edit Master title style</a:t>
            </a:r>
            <a:endParaRPr lang="en-US" dirty="0"/>
          </a:p>
        </p:txBody>
      </p:sp>
      <p:pic>
        <p:nvPicPr>
          <p:cNvPr id="3" name="Picture 2" descr="A picture containing logo&#10;&#10;Description automatically generated">
            <a:extLst>
              <a:ext uri="{FF2B5EF4-FFF2-40B4-BE49-F238E27FC236}">
                <a16:creationId xmlns:a16="http://schemas.microsoft.com/office/drawing/2014/main" id="{CF07B00B-D8E1-BBAD-4AB0-BADF6AE96BE9}"/>
              </a:ext>
            </a:extLst>
          </p:cNvPr>
          <p:cNvPicPr>
            <a:picLocks noChangeAspect="1"/>
          </p:cNvPicPr>
          <p:nvPr userDrawn="1"/>
        </p:nvPicPr>
        <p:blipFill>
          <a:blip r:embed="rId2"/>
          <a:stretch>
            <a:fillRect/>
          </a:stretch>
        </p:blipFill>
        <p:spPr>
          <a:xfrm>
            <a:off x="9317677" y="5867946"/>
            <a:ext cx="2664773" cy="732304"/>
          </a:xfrm>
          <a:prstGeom prst="rect">
            <a:avLst/>
          </a:prstGeom>
        </p:spPr>
      </p:pic>
    </p:spTree>
    <p:extLst>
      <p:ext uri="{BB962C8B-B14F-4D97-AF65-F5344CB8AC3E}">
        <p14:creationId xmlns:p14="http://schemas.microsoft.com/office/powerpoint/2010/main" val="2071868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Lst>
          </p:cNvPr>
          <p:cNvSpPr/>
          <p:nvPr userDrawn="1"/>
        </p:nvSpPr>
        <p:spPr>
          <a:xfrm rot="5400000" flipH="1" flipV="1">
            <a:off x="-69929" y="4685103"/>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pic>
        <p:nvPicPr>
          <p:cNvPr id="5" name="Picture 4" descr="A picture containing logo&#10;&#10;Description automatically generated">
            <a:extLst>
              <a:ext uri="{FF2B5EF4-FFF2-40B4-BE49-F238E27FC236}">
                <a16:creationId xmlns:a16="http://schemas.microsoft.com/office/drawing/2014/main" id="{5464C187-70AA-7BD4-F9FF-BBB85DB87B34}"/>
              </a:ext>
            </a:extLst>
          </p:cNvPr>
          <p:cNvPicPr>
            <a:picLocks noChangeAspect="1"/>
          </p:cNvPicPr>
          <p:nvPr userDrawn="1"/>
        </p:nvPicPr>
        <p:blipFill>
          <a:blip r:embed="rId2"/>
          <a:stretch>
            <a:fillRect/>
          </a:stretch>
        </p:blipFill>
        <p:spPr>
          <a:xfrm>
            <a:off x="9317677" y="5867946"/>
            <a:ext cx="2664773" cy="732304"/>
          </a:xfrm>
          <a:prstGeom prst="rect">
            <a:avLst/>
          </a:prstGeom>
        </p:spPr>
      </p:pic>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58952" y="1216152"/>
            <a:ext cx="10671048" cy="768096"/>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621792" y="457200"/>
            <a:ext cx="3200400" cy="274320"/>
          </a:xfrm>
          <a:prstGeom prst="rect">
            <a:avLst/>
          </a:prstGeom>
        </p:spPr>
        <p:txBody>
          <a:bodyPr vert="horz" lIns="91440" tIns="45720" rIns="91440" bIns="45720" rtlCol="0" anchor="ctr"/>
          <a:lstStyle>
            <a:lvl1pPr algn="l">
              <a:defRPr sz="1200">
                <a:solidFill>
                  <a:schemeClr val="accent6"/>
                </a:solidFill>
                <a:latin typeface="Arial" panose="020B0604020202020204" pitchFamily="34" charset="0"/>
                <a:cs typeface="Arial" panose="020B0604020202020204" pitchFamily="34" charset="0"/>
              </a:defRPr>
            </a:lvl1pPr>
          </a:lstStyle>
          <a:p>
            <a:r>
              <a:rPr lang="en-US"/>
              <a:t>Presentation title</a:t>
            </a:r>
            <a:endParaRPr lang="en-US" dirty="0"/>
          </a:p>
        </p:txBody>
      </p:sp>
      <p:sp>
        <p:nvSpPr>
          <p:cNvPr id="6" name="Slide Number Placeholder 5"/>
          <p:cNvSpPr>
            <a:spLocks noGrp="1"/>
          </p:cNvSpPr>
          <p:nvPr>
            <p:ph type="sldNum" sz="quarter" idx="4"/>
          </p:nvPr>
        </p:nvSpPr>
        <p:spPr>
          <a:xfrm>
            <a:off x="10945368" y="457200"/>
            <a:ext cx="987552" cy="274320"/>
          </a:xfrm>
          <a:prstGeom prst="rect">
            <a:avLst/>
          </a:prstGeom>
        </p:spPr>
        <p:txBody>
          <a:bodyPr vert="horz" lIns="91440" tIns="45720" rIns="91440" bIns="45720" rtlCol="0" anchor="ctr"/>
          <a:lstStyle>
            <a:lvl1pPr algn="ctr">
              <a:defRPr sz="1200">
                <a:solidFill>
                  <a:schemeClr val="accent6"/>
                </a:solidFill>
                <a:latin typeface="Arial" panose="020B0604020202020204" pitchFamily="34" charset="0"/>
                <a:cs typeface="Arial" panose="020B0604020202020204" pitchFamily="34"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52" r:id="rId3"/>
    <p:sldLayoutId id="2147483664" r:id="rId4"/>
    <p:sldLayoutId id="2147483667" r:id="rId5"/>
    <p:sldLayoutId id="2147483669" r:id="rId6"/>
    <p:sldLayoutId id="2147483673" r:id="rId7"/>
    <p:sldLayoutId id="2147483670" r:id="rId8"/>
    <p:sldLayoutId id="2147483674" r:id="rId9"/>
    <p:sldLayoutId id="2147483656" r:id="rId10"/>
    <p:sldLayoutId id="2147483659" r:id="rId11"/>
  </p:sldLayoutIdLst>
  <p:hf hdr="0" dt="0"/>
  <p:txStyles>
    <p:titleStyle>
      <a:lvl1pPr algn="ctr" defTabSz="914400" rtl="0" eaLnBrk="1" latinLnBrk="0" hangingPunct="1">
        <a:lnSpc>
          <a:spcPts val="4875"/>
        </a:lnSpc>
        <a:spcBef>
          <a:spcPct val="0"/>
        </a:spcBef>
        <a:buNone/>
        <a:defRPr sz="4400" b="1" kern="1200" cap="all" baseline="0">
          <a:solidFill>
            <a:srgbClr val="781131"/>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rgbClr val="781131"/>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rgbClr val="781131"/>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rgbClr val="781131"/>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rgbClr val="781131"/>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rgbClr val="78113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Prompt Fight: AI Bros vs. Insurance Pros</a:t>
            </a:r>
          </a:p>
        </p:txBody>
      </p:sp>
      <p:sp>
        <p:nvSpPr>
          <p:cNvPr id="3" name="TextBox 2"/>
          <p:cNvSpPr txBox="1"/>
          <p:nvPr/>
        </p:nvSpPr>
        <p:spPr>
          <a:xfrm>
            <a:off x="621792" y="2788920"/>
            <a:ext cx="6949440" cy="1828800"/>
          </a:xfrm>
          <a:prstGeom prst="rect">
            <a:avLst/>
          </a:prstGeom>
          <a:noFill/>
        </p:spPr>
        <p:txBody>
          <a:bodyPr wrap="square">
            <a:spAutoFit/>
          </a:bodyPr>
          <a:lstStyle/>
          <a:p>
            <a:pPr>
              <a:spcAft>
                <a:spcPts val="1000"/>
              </a:spcAft>
            </a:pPr>
            <a:r>
              <a:rPr sz="1300" b="1">
                <a:solidFill>
                  <a:srgbClr val="D09132"/>
                </a:solidFill>
                <a:latin typeface="Arial"/>
              </a:rPr>
              <a:t>PLUS 2026 SINGAPORE SYMPOSIUM  ·  1 OCT 2026  ·  11:05 AM</a:t>
            </a:r>
          </a:p>
          <a:p>
            <a:pPr>
              <a:spcAft>
                <a:spcPts val="1000"/>
              </a:spcAft>
            </a:pPr>
            <a:r>
              <a:rPr sz="1500">
                <a:solidFill>
                  <a:srgbClr val="281B09"/>
                </a:solidFill>
                <a:latin typeface="Arial"/>
              </a:rPr>
              <a:t>One D&amp;O underwriting worksheet, drafted by an AI agent running on hardware I own. A human still signs it.</a:t>
            </a:r>
          </a:p>
          <a:p>
            <a:r>
              <a:rPr sz="1300" b="1">
                <a:solidFill>
                  <a:srgbClr val="800000"/>
                </a:solidFill>
                <a:latin typeface="Arial"/>
              </a:rPr>
              <a:t>Today's case: </a:t>
            </a:r>
            <a:r>
              <a:rPr sz="1300">
                <a:solidFill>
                  <a:srgbClr val="3A3838"/>
                </a:solidFill>
                <a:latin typeface="Arial"/>
              </a:rPr>
              <a:t>Sheng Siong Group · SGX-listed · S$10m D&amp;O · no claims · new policy · public filings only</a:t>
            </a:r>
          </a:p>
        </p:txBody>
      </p:sp>
      <p:sp>
        <p:nvSpPr>
          <p:cNvPr id="4" name="TextBox 3"/>
          <p:cNvSpPr txBox="1"/>
          <p:nvPr/>
        </p:nvSpPr>
        <p:spPr>
          <a:xfrm>
            <a:off x="621792" y="6236208"/>
            <a:ext cx="7772400" cy="457200"/>
          </a:xfrm>
          <a:prstGeom prst="rect">
            <a:avLst/>
          </a:prstGeom>
          <a:noFill/>
        </p:spPr>
        <p:txBody>
          <a:bodyPr wrap="square">
            <a:spAutoFit/>
          </a:bodyPr>
          <a:lstStyle/>
          <a:p>
            <a:r>
              <a:rPr sz="1600" b="1">
                <a:solidFill>
                  <a:srgbClr val="800000"/>
                </a:solidFill>
                <a:latin typeface="Arial"/>
              </a:rPr>
              <a:t>Jensen Loke</a:t>
            </a:r>
            <a:r>
              <a:rPr sz="1400">
                <a:solidFill>
                  <a:srgbClr val="3A3838"/>
                </a:solidFill>
                <a:latin typeface="Arial"/>
              </a:rPr>
              <a:t>   ·   CEO, Success 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Your speaker — Jensen Loke</a:t>
            </a:r>
          </a:p>
        </p:txBody>
      </p:sp>
      <p:sp>
        <p:nvSpPr>
          <p:cNvPr id="3" name="Content Placeholder 2"/>
          <p:cNvSpPr>
            <a:spLocks noGrp="1"/>
          </p:cNvSpPr>
          <p:nvPr>
            <p:ph idx="1"/>
          </p:nvPr>
        </p:nvSpPr>
        <p:spPr/>
        <p:txBody>
          <a:bodyPr/>
          <a:lstStyle/>
          <a:p>
            <a:pPr>
              <a:spcAft>
                <a:spcPts val="1400"/>
              </a:spcAft>
            </a:pPr>
            <a:r>
              <a:rPr sz="2000" b="1">
                <a:solidFill>
                  <a:srgbClr val="281B09"/>
                </a:solidFill>
                <a:latin typeface="Arial"/>
              </a:rPr>
              <a:t>I design products, workflows and teams that make complex services work better.</a:t>
            </a:r>
          </a:p>
          <a:p>
            <a:pPr>
              <a:spcAft>
                <a:spcPts val="1400"/>
              </a:spcAft>
            </a:pPr>
            <a:r>
              <a:rPr sz="1400">
                <a:solidFill>
                  <a:srgbClr val="3A3838"/>
                </a:solidFill>
                <a:latin typeface="Arial"/>
              </a:rPr>
              <a:t>Across consumer and corporate digital products, the goal has stayed the same: use technology to solve real business problems and improve outcomes.</a:t>
            </a:r>
          </a:p>
          <a:p>
            <a:pPr>
              <a:spcAft>
                <a:spcPts val="600"/>
              </a:spcAft>
            </a:pPr>
            <a:r>
              <a:rPr sz="1500" b="1">
                <a:solidFill>
                  <a:srgbClr val="800000"/>
                </a:solidFill>
                <a:latin typeface="Arial"/>
              </a:rPr>
              <a:t>Consumer products — </a:t>
            </a:r>
            <a:r>
              <a:rPr sz="1500">
                <a:solidFill>
                  <a:srgbClr val="3A3838"/>
                </a:solidFill>
                <a:latin typeface="Arial"/>
              </a:rPr>
              <a:t>DBS digital banking</a:t>
            </a:r>
          </a:p>
          <a:p>
            <a:pPr>
              <a:spcAft>
                <a:spcPts val="600"/>
              </a:spcAft>
            </a:pPr>
            <a:r>
              <a:rPr sz="1500" b="1">
                <a:solidFill>
                  <a:srgbClr val="800000"/>
                </a:solidFill>
                <a:latin typeface="Arial"/>
              </a:rPr>
              <a:t>Corporate platforms — </a:t>
            </a:r>
            <a:r>
              <a:rPr sz="1500">
                <a:solidFill>
                  <a:srgbClr val="3A3838"/>
                </a:solidFill>
                <a:latin typeface="Arial"/>
              </a:rPr>
              <a:t>Temasek · Ant Financial · Amazon</a:t>
            </a:r>
          </a:p>
          <a:p>
            <a:pPr>
              <a:spcAft>
                <a:spcPts val="600"/>
              </a:spcAft>
            </a:pPr>
            <a:r>
              <a:rPr sz="1500" b="1">
                <a:solidFill>
                  <a:srgbClr val="800000"/>
                </a:solidFill>
                <a:latin typeface="Arial"/>
              </a:rPr>
              <a:t>Now — </a:t>
            </a:r>
            <a:r>
              <a:rPr sz="1500">
                <a:solidFill>
                  <a:srgbClr val="3A3838"/>
                </a:solidFill>
                <a:latin typeface="Arial"/>
              </a:rPr>
              <a:t>CEO, Success IT</a:t>
            </a:r>
          </a:p>
          <a:p>
            <a:pPr>
              <a:spcAft>
                <a:spcPts val="600"/>
              </a:spcAft>
            </a:pPr>
            <a:r>
              <a:rPr sz="1500" b="1">
                <a:solidFill>
                  <a:srgbClr val="800000"/>
                </a:solidFill>
                <a:latin typeface="Arial"/>
              </a:rPr>
              <a:t>Community — </a:t>
            </a:r>
            <a:r>
              <a:rPr sz="1500">
                <a:solidFill>
                  <a:srgbClr val="3A3838"/>
                </a:solidFill>
                <a:latin typeface="Arial"/>
              </a:rPr>
              <a:t>convene 1,000+ Agentic Builders</a:t>
            </a:r>
          </a:p>
          <a:p>
            <a:pPr>
              <a:spcAft>
                <a:spcPts val="600"/>
              </a:spcAft>
            </a:pPr>
            <a:r>
              <a:rPr sz="1300" b="1">
                <a:solidFill>
                  <a:srgbClr val="D09132"/>
                </a:solidFill>
                <a:latin typeface="Arial"/>
              </a:rPr>
              <a:t>linkedin.com/in/jensenloke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agent runs on my own hardware</a:t>
            </a:r>
          </a:p>
        </p:txBody>
      </p:sp>
      <p:pic>
        <p:nvPicPr>
          <p:cNvPr id="3" name="Picture Placeholder 2" descr="local-setup.jpeg"/>
          <p:cNvPicPr>
            <a:picLocks noGrp="1" noChangeAspect="1"/>
          </p:cNvPicPr>
          <p:nvPr>
            <p:ph type="pic" idx="1"/>
          </p:nvPr>
        </p:nvPicPr>
        <p:blipFill>
          <a:blip r:embed="rId2"/>
          <a:srcRect l="2508" r="2508"/>
          <a:stretch>
            <a:fillRect/>
          </a:stretch>
        </p:blipFill>
        <p:spPr/>
      </p:pic>
      <p:sp>
        <p:nvSpPr>
          <p:cNvPr id="4" name="Text Placeholder 3"/>
          <p:cNvSpPr>
            <a:spLocks noGrp="1"/>
          </p:cNvSpPr>
          <p:nvPr>
            <p:ph type="body" idx="2" sz="half"/>
          </p:nvPr>
        </p:nvSpPr>
        <p:spPr/>
        <p:txBody>
          <a:bodyPr/>
          <a:lstStyle/>
          <a:p>
            <a:pPr>
              <a:spcAft>
                <a:spcPts val="800"/>
              </a:spcAft>
            </a:pPr>
            <a:r>
              <a:rPr sz="1200" b="1">
                <a:solidFill>
                  <a:srgbClr val="D09132"/>
                </a:solidFill>
                <a:latin typeface="Arial"/>
              </a:rPr>
              <a:t>THE SIMPLE ARCHITECTURE</a:t>
            </a:r>
          </a:p>
          <a:p>
            <a:pPr>
              <a:spcAft>
                <a:spcPts val="400"/>
              </a:spcAft>
            </a:pPr>
            <a:r>
              <a:rPr sz="1300" b="1">
                <a:solidFill>
                  <a:srgbClr val="800000"/>
                </a:solidFill>
                <a:latin typeface="Arial"/>
              </a:rPr>
              <a:t>Mac</a:t>
            </a:r>
            <a:r>
              <a:rPr sz="1300">
                <a:solidFill>
                  <a:srgbClr val="3A3838"/>
                </a:solidFill>
                <a:latin typeface="Arial"/>
              </a:rPr>
              <a:t>  —  agent app and harness</a:t>
            </a:r>
          </a:p>
          <a:p>
            <a:pPr>
              <a:spcAft>
                <a:spcPts val="400"/>
              </a:spcAft>
            </a:pPr>
            <a:r>
              <a:rPr sz="1300" b="1">
                <a:solidFill>
                  <a:srgbClr val="800000"/>
                </a:solidFill>
                <a:latin typeface="Arial"/>
              </a:rPr>
              <a:t>Tailscale</a:t>
            </a:r>
            <a:r>
              <a:rPr sz="1300">
                <a:solidFill>
                  <a:srgbClr val="3A3838"/>
                </a:solidFill>
                <a:latin typeface="Arial"/>
              </a:rPr>
              <a:t>  —  private encrypted access</a:t>
            </a:r>
          </a:p>
          <a:p>
            <a:pPr>
              <a:spcAft>
                <a:spcPts val="400"/>
              </a:spcAft>
            </a:pPr>
            <a:r>
              <a:rPr sz="1300" b="1">
                <a:solidFill>
                  <a:srgbClr val="800000"/>
                </a:solidFill>
                <a:latin typeface="Arial"/>
              </a:rPr>
              <a:t>LiteLLM</a:t>
            </a:r>
            <a:r>
              <a:rPr sz="1300">
                <a:solidFill>
                  <a:srgbClr val="3A3838"/>
                </a:solidFill>
                <a:latin typeface="Arial"/>
              </a:rPr>
              <a:t>  —  one stable API (dgx-current)</a:t>
            </a:r>
          </a:p>
          <a:p>
            <a:pPr>
              <a:spcAft>
                <a:spcPts val="1200"/>
              </a:spcAft>
            </a:pPr>
            <a:r>
              <a:rPr sz="1300" b="1">
                <a:solidFill>
                  <a:srgbClr val="800000"/>
                </a:solidFill>
                <a:latin typeface="Arial"/>
              </a:rPr>
              <a:t>DGX Spark</a:t>
            </a:r>
            <a:r>
              <a:rPr sz="1300">
                <a:solidFill>
                  <a:srgbClr val="3A3838"/>
                </a:solidFill>
                <a:latin typeface="Arial"/>
              </a:rPr>
              <a:t>  —  Qwen 3.8 27B, local inference</a:t>
            </a:r>
          </a:p>
          <a:p>
            <a:pPr>
              <a:spcAft>
                <a:spcPts val="800"/>
              </a:spcAft>
            </a:pPr>
            <a:r>
              <a:rPr sz="1200" b="1">
                <a:solidFill>
                  <a:srgbClr val="D09132"/>
                </a:solidFill>
                <a:latin typeface="Arial"/>
              </a:rPr>
              <a:t>WHY IT MATTERS</a:t>
            </a:r>
          </a:p>
          <a:p>
            <a:pPr>
              <a:spcAft>
                <a:spcPts val="600"/>
              </a:spcAft>
            </a:pPr>
            <a:r>
              <a:rPr sz="1200" b="1">
                <a:solidFill>
                  <a:srgbClr val="800000"/>
                </a:solidFill>
                <a:latin typeface="Arial"/>
              </a:rPr>
              <a:t>Private by default</a:t>
            </a:r>
            <a:r>
              <a:rPr sz="1200">
                <a:solidFill>
                  <a:srgbClr val="3A3838"/>
                </a:solidFill>
                <a:latin typeface="Arial"/>
              </a:rPr>
              <a:t> — the model backend stays on loopback; remote access stays inside the tailnet.</a:t>
            </a:r>
          </a:p>
          <a:p>
            <a:pPr>
              <a:spcAft>
                <a:spcPts val="600"/>
              </a:spcAft>
            </a:pPr>
            <a:r>
              <a:rPr sz="1200" b="1">
                <a:solidFill>
                  <a:srgbClr val="800000"/>
                </a:solidFill>
                <a:latin typeface="Arial"/>
              </a:rPr>
              <a:t>No per-token bill</a:t>
            </a:r>
            <a:r>
              <a:rPr sz="1200">
                <a:solidFill>
                  <a:srgbClr val="3A3838"/>
                </a:solidFill>
                <a:latin typeface="Arial"/>
              </a:rPr>
              <a:t> — research runs cost electricity and time, not API spend.</a:t>
            </a:r>
          </a:p>
          <a:p>
            <a:pPr>
              <a:spcAft>
                <a:spcPts val="0"/>
              </a:spcAft>
            </a:pPr>
            <a:r>
              <a:rPr sz="1200" b="1">
                <a:solidFill>
                  <a:srgbClr val="800000"/>
                </a:solidFill>
                <a:latin typeface="Arial"/>
              </a:rPr>
              <a:t>Swap the model</a:t>
            </a:r>
            <a:r>
              <a:rPr sz="1200">
                <a:solidFill>
                  <a:srgbClr val="3A3838"/>
                </a:solidFill>
                <a:latin typeface="Arial"/>
              </a:rPr>
              <a:t> — any OpenAI-compatible model, local or cloud, plugs into the same agent.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700"/>
              <a:t>How ANDREW works — research in parallel, price in code</a:t>
            </a:r>
          </a:p>
        </p:txBody>
      </p:sp>
      <p:sp>
        <p:nvSpPr>
          <p:cNvPr id="3" name="Text Placeholder 2"/>
          <p:cNvSpPr>
            <a:spLocks noGrp="1"/>
          </p:cNvSpPr>
          <p:nvPr>
            <p:ph type="body" idx="1"/>
          </p:nvPr>
        </p:nvSpPr>
        <p:spPr/>
        <p:txBody>
          <a:bodyPr/>
          <a:lstStyle/>
          <a:p>
            <a:pPr>
              <a:spcAft>
                <a:spcPts val="600"/>
              </a:spcAft>
            </a:pPr>
            <a:r>
              <a:rPr sz="1700" b="1">
                <a:solidFill>
                  <a:srgbClr val="781131"/>
                </a:solidFill>
                <a:latin typeface="Arial"/>
              </a:rPr>
              <a:t>1 · Gather</a:t>
            </a:r>
          </a:p>
        </p:txBody>
      </p:sp>
      <p:sp>
        <p:nvSpPr>
          <p:cNvPr id="5" name="Text Placeholder 4"/>
          <p:cNvSpPr>
            <a:spLocks noGrp="1"/>
          </p:cNvSpPr>
          <p:nvPr>
            <p:ph type="body" idx="18" sz="quarter"/>
          </p:nvPr>
        </p:nvSpPr>
        <p:spPr/>
        <p:txBody>
          <a:bodyPr/>
          <a:lstStyle/>
          <a:p>
            <a:r>
              <a:rPr sz="1150" b="1">
                <a:solidFill>
                  <a:srgbClr val="D09132"/>
                </a:solidFill>
                <a:latin typeface="Arial"/>
              </a:rPr>
              <a:t>CODE — </a:t>
            </a:r>
            <a:r>
              <a:rPr sz="1150">
                <a:solidFill>
                  <a:srgbClr val="FFFFFF"/>
                </a:solidFill>
                <a:latin typeface="Arial"/>
              </a:rPr>
              <a:t>Pick the listed company. Market data and annual-report PDFs are fetched once and shared.</a:t>
            </a:r>
          </a:p>
        </p:txBody>
      </p:sp>
      <p:sp>
        <p:nvSpPr>
          <p:cNvPr id="6" name="Text Placeholder 5"/>
          <p:cNvSpPr>
            <a:spLocks noGrp="1"/>
          </p:cNvSpPr>
          <p:nvPr>
            <p:ph type="body" idx="3" sz="quarter"/>
          </p:nvPr>
        </p:nvSpPr>
        <p:spPr/>
        <p:txBody>
          <a:bodyPr/>
          <a:lstStyle/>
          <a:p>
            <a:pPr>
              <a:spcAft>
                <a:spcPts val="600"/>
              </a:spcAft>
            </a:pPr>
            <a:r>
              <a:rPr sz="1700" b="1">
                <a:solidFill>
                  <a:srgbClr val="781131"/>
                </a:solidFill>
                <a:latin typeface="Arial"/>
              </a:rPr>
              <a:t>2 · Research teams</a:t>
            </a:r>
          </a:p>
        </p:txBody>
      </p:sp>
      <p:sp>
        <p:nvSpPr>
          <p:cNvPr id="8" name="Text Placeholder 7"/>
          <p:cNvSpPr>
            <a:spLocks noGrp="1"/>
          </p:cNvSpPr>
          <p:nvPr>
            <p:ph type="body" idx="19" sz="quarter"/>
          </p:nvPr>
        </p:nvSpPr>
        <p:spPr/>
        <p:txBody>
          <a:bodyPr/>
          <a:lstStyle/>
          <a:p>
            <a:r>
              <a:rPr sz="1150" b="1">
                <a:solidFill>
                  <a:srgbClr val="D09132"/>
                </a:solidFill>
                <a:latin typeface="Arial"/>
              </a:rPr>
              <a:t>MODEL · PARALLEL — </a:t>
            </a:r>
            <a:r>
              <a:rPr sz="1150">
                <a:solidFill>
                  <a:srgbClr val="3A3838"/>
                </a:solidFill>
                <a:latin typeface="Arial"/>
              </a:rPr>
              <a:t>Five teams read the filings at once: market &amp; securities, financials, governance &amp; audit, shareholding, adverse news.</a:t>
            </a:r>
          </a:p>
        </p:txBody>
      </p:sp>
      <p:sp>
        <p:nvSpPr>
          <p:cNvPr id="9" name="Text Placeholder 8"/>
          <p:cNvSpPr>
            <a:spLocks noGrp="1"/>
          </p:cNvSpPr>
          <p:nvPr>
            <p:ph type="body" idx="13" sz="quarter"/>
          </p:nvPr>
        </p:nvSpPr>
        <p:spPr/>
        <p:txBody>
          <a:bodyPr/>
          <a:lstStyle/>
          <a:p>
            <a:pPr>
              <a:spcAft>
                <a:spcPts val="600"/>
              </a:spcAft>
            </a:pPr>
            <a:r>
              <a:rPr sz="1700" b="1">
                <a:solidFill>
                  <a:srgbClr val="781131"/>
                </a:solidFill>
                <a:latin typeface="Arial"/>
              </a:rPr>
              <a:t>3 · Synthesise</a:t>
            </a:r>
          </a:p>
        </p:txBody>
      </p:sp>
      <p:sp>
        <p:nvSpPr>
          <p:cNvPr id="11" name="Text Placeholder 10"/>
          <p:cNvSpPr>
            <a:spLocks noGrp="1"/>
          </p:cNvSpPr>
          <p:nvPr>
            <p:ph type="body" idx="20" sz="quarter"/>
          </p:nvPr>
        </p:nvSpPr>
        <p:spPr/>
        <p:txBody>
          <a:bodyPr/>
          <a:lstStyle/>
          <a:p>
            <a:r>
              <a:rPr sz="1150" b="1">
                <a:solidFill>
                  <a:srgbClr val="D09132"/>
                </a:solidFill>
                <a:latin typeface="Arial"/>
              </a:rPr>
              <a:t>MODEL — </a:t>
            </a:r>
            <a:r>
              <a:rPr sz="1150">
                <a:solidFill>
                  <a:srgbClr val="FFFFFF"/>
                </a:solidFill>
                <a:latin typeface="Arial"/>
              </a:rPr>
              <a:t>A lead underwriter merges the findings into one proposal. Every answer carries a value, a rationale and a source.</a:t>
            </a:r>
          </a:p>
        </p:txBody>
      </p:sp>
      <p:sp>
        <p:nvSpPr>
          <p:cNvPr id="12" name="Text Placeholder 11"/>
          <p:cNvSpPr>
            <a:spLocks noGrp="1"/>
          </p:cNvSpPr>
          <p:nvPr>
            <p:ph type="body" idx="15" sz="quarter"/>
          </p:nvPr>
        </p:nvSpPr>
        <p:spPr/>
        <p:txBody>
          <a:bodyPr/>
          <a:lstStyle/>
          <a:p>
            <a:pPr>
              <a:spcAft>
                <a:spcPts val="600"/>
              </a:spcAft>
            </a:pPr>
            <a:r>
              <a:rPr sz="1700" b="1">
                <a:solidFill>
                  <a:srgbClr val="781131"/>
                </a:solidFill>
                <a:latin typeface="Arial"/>
              </a:rPr>
              <a:t>4 · Review</a:t>
            </a:r>
          </a:p>
        </p:txBody>
      </p:sp>
      <p:sp>
        <p:nvSpPr>
          <p:cNvPr id="14" name="Text Placeholder 13"/>
          <p:cNvSpPr>
            <a:spLocks noGrp="1"/>
          </p:cNvSpPr>
          <p:nvPr>
            <p:ph type="body" idx="21" sz="quarter"/>
          </p:nvPr>
        </p:nvSpPr>
        <p:spPr/>
        <p:txBody>
          <a:bodyPr/>
          <a:lstStyle/>
          <a:p>
            <a:r>
              <a:rPr sz="1150" b="1">
                <a:solidFill>
                  <a:srgbClr val="D09132"/>
                </a:solidFill>
                <a:latin typeface="Arial"/>
              </a:rPr>
              <a:t>HUMAN — </a:t>
            </a:r>
            <a:r>
              <a:rPr sz="1150">
                <a:solidFill>
                  <a:srgbClr val="3A3838"/>
                </a:solidFill>
                <a:latin typeface="Arial"/>
              </a:rPr>
              <a:t>The underwriter re-sets modifiers and toggles exclusions before anything is priced.</a:t>
            </a:r>
          </a:p>
        </p:txBody>
      </p:sp>
      <p:sp>
        <p:nvSpPr>
          <p:cNvPr id="15" name="Text Placeholder 14"/>
          <p:cNvSpPr>
            <a:spLocks noGrp="1"/>
          </p:cNvSpPr>
          <p:nvPr>
            <p:ph type="body" idx="17" sz="quarter"/>
          </p:nvPr>
        </p:nvSpPr>
        <p:spPr/>
        <p:txBody>
          <a:bodyPr/>
          <a:lstStyle/>
          <a:p>
            <a:pPr>
              <a:spcAft>
                <a:spcPts val="600"/>
              </a:spcAft>
            </a:pPr>
            <a:r>
              <a:rPr sz="1700" b="1">
                <a:solidFill>
                  <a:srgbClr val="781131"/>
                </a:solidFill>
                <a:latin typeface="Arial"/>
              </a:rPr>
              <a:t>5 · Price &amp; refer</a:t>
            </a:r>
          </a:p>
        </p:txBody>
      </p:sp>
      <p:sp>
        <p:nvSpPr>
          <p:cNvPr id="17" name="Text Placeholder 16"/>
          <p:cNvSpPr>
            <a:spLocks noGrp="1"/>
          </p:cNvSpPr>
          <p:nvPr>
            <p:ph type="body" idx="22" sz="quarter"/>
          </p:nvPr>
        </p:nvSpPr>
        <p:spPr/>
        <p:txBody>
          <a:bodyPr/>
          <a:lstStyle/>
          <a:p>
            <a:r>
              <a:rPr sz="1150" b="1">
                <a:solidFill>
                  <a:srgbClr val="D09132"/>
                </a:solidFill>
                <a:latin typeface="Arial"/>
              </a:rPr>
              <a:t>CODE — </a:t>
            </a:r>
            <a:r>
              <a:rPr sz="1150">
                <a:solidFill>
                  <a:srgbClr val="FFFFFF"/>
                </a:solidFill>
                <a:latin typeface="Arial"/>
              </a:rPr>
              <a:t>The worksheet's rating tables and ~38 referral triggers. Premium, CLEAR or REFER, and the formula shown.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 rules keep it honest</a:t>
            </a:r>
          </a:p>
        </p:txBody>
      </p:sp>
      <p:sp>
        <p:nvSpPr>
          <p:cNvPr id="3" name="Text Placeholder 2"/>
          <p:cNvSpPr>
            <a:spLocks noGrp="1"/>
          </p:cNvSpPr>
          <p:nvPr>
            <p:ph type="body" idx="1"/>
          </p:nvPr>
        </p:nvSpPr>
        <p:spPr/>
        <p:txBody>
          <a:bodyPr/>
          <a:lstStyle/>
          <a:p>
            <a:pPr>
              <a:spcAft>
                <a:spcPts val="600"/>
              </a:spcAft>
            </a:pPr>
            <a:r>
              <a:rPr sz="1900" b="1">
                <a:solidFill>
                  <a:srgbClr val="800000"/>
                </a:solidFill>
                <a:latin typeface="Arial"/>
              </a:rPr>
              <a:t>Numbers in code</a:t>
            </a:r>
          </a:p>
        </p:txBody>
      </p:sp>
      <p:sp>
        <p:nvSpPr>
          <p:cNvPr id="5" name="Text Placeholder 4"/>
          <p:cNvSpPr>
            <a:spLocks noGrp="1"/>
          </p:cNvSpPr>
          <p:nvPr>
            <p:ph type="body" idx="18" sz="quarter"/>
          </p:nvPr>
        </p:nvSpPr>
        <p:spPr/>
        <p:txBody>
          <a:bodyPr/>
          <a:lstStyle/>
          <a:p>
            <a:pPr>
              <a:spcAft>
                <a:spcPts val="600"/>
              </a:spcAft>
            </a:pPr>
            <a:r>
              <a:rPr sz="1400">
                <a:solidFill>
                  <a:srgbClr val="3A3838"/>
                </a:solidFill>
                <a:latin typeface="Arial"/>
              </a:rPr>
              <a:t>The model never does pricing math. The engine reproduces the worksheet's worked example to the cent.</a:t>
            </a:r>
          </a:p>
        </p:txBody>
      </p:sp>
      <p:sp>
        <p:nvSpPr>
          <p:cNvPr id="6" name="Text Placeholder 5"/>
          <p:cNvSpPr>
            <a:spLocks noGrp="1"/>
          </p:cNvSpPr>
          <p:nvPr>
            <p:ph type="body" idx="15" sz="quarter"/>
          </p:nvPr>
        </p:nvSpPr>
        <p:spPr/>
        <p:txBody>
          <a:bodyPr/>
          <a:lstStyle/>
          <a:p>
            <a:pPr>
              <a:spcAft>
                <a:spcPts val="600"/>
              </a:spcAft>
            </a:pPr>
            <a:r>
              <a:rPr sz="1900" b="1">
                <a:solidFill>
                  <a:srgbClr val="800000"/>
                </a:solidFill>
                <a:latin typeface="Arial"/>
              </a:rPr>
              <a:t>Words in the model</a:t>
            </a:r>
          </a:p>
        </p:txBody>
      </p:sp>
      <p:sp>
        <p:nvSpPr>
          <p:cNvPr id="8" name="Text Placeholder 7"/>
          <p:cNvSpPr>
            <a:spLocks noGrp="1"/>
          </p:cNvSpPr>
          <p:nvPr>
            <p:ph type="body" idx="21" sz="quarter"/>
          </p:nvPr>
        </p:nvSpPr>
        <p:spPr/>
        <p:txBody>
          <a:bodyPr/>
          <a:lstStyle/>
          <a:p>
            <a:pPr>
              <a:spcAft>
                <a:spcPts val="600"/>
              </a:spcAft>
            </a:pPr>
            <a:r>
              <a:rPr sz="1400">
                <a:solidFill>
                  <a:srgbClr val="3A3838"/>
                </a:solidFill>
                <a:latin typeface="Arial"/>
              </a:rPr>
              <a:t>Research and narrative come with citations. “None identified” is a finding; a blank is not.</a:t>
            </a:r>
          </a:p>
        </p:txBody>
      </p:sp>
      <p:sp>
        <p:nvSpPr>
          <p:cNvPr id="9" name="Text Placeholder 8"/>
          <p:cNvSpPr>
            <a:spLocks noGrp="1"/>
          </p:cNvSpPr>
          <p:nvPr>
            <p:ph type="body" idx="17" sz="quarter"/>
          </p:nvPr>
        </p:nvSpPr>
        <p:spPr/>
        <p:txBody>
          <a:bodyPr/>
          <a:lstStyle/>
          <a:p>
            <a:pPr>
              <a:spcAft>
                <a:spcPts val="600"/>
              </a:spcAft>
            </a:pPr>
            <a:r>
              <a:rPr sz="1900" b="1">
                <a:solidFill>
                  <a:srgbClr val="800000"/>
                </a:solidFill>
                <a:latin typeface="Arial"/>
              </a:rPr>
              <a:t>Judgement with the human</a:t>
            </a:r>
          </a:p>
        </p:txBody>
      </p:sp>
      <p:sp>
        <p:nvSpPr>
          <p:cNvPr id="11" name="Text Placeholder 10"/>
          <p:cNvSpPr>
            <a:spLocks noGrp="1"/>
          </p:cNvSpPr>
          <p:nvPr>
            <p:ph type="body" idx="22" sz="quarter"/>
          </p:nvPr>
        </p:nvSpPr>
        <p:spPr/>
        <p:txBody>
          <a:bodyPr/>
          <a:lstStyle/>
          <a:p>
            <a:pPr>
              <a:spcAft>
                <a:spcPts val="600"/>
              </a:spcAft>
            </a:pPr>
            <a:r>
              <a:rPr sz="1400">
                <a:solidFill>
                  <a:srgbClr val="3A3838"/>
                </a:solidFill>
                <a:latin typeface="Arial"/>
              </a:rPr>
              <a:t>The agent refers when it's unsure instead of bluffing a number. An underwriter signs off.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t>Live demo — let's underwrite Sheng Siong</a:t>
            </a:r>
          </a:p>
        </p:txBody>
      </p:sp>
      <p:sp>
        <p:nvSpPr>
          <p:cNvPr id="3" name="TextBox 2"/>
          <p:cNvSpPr txBox="1"/>
          <p:nvPr/>
        </p:nvSpPr>
        <p:spPr>
          <a:xfrm>
            <a:off x="758952" y="1920240"/>
            <a:ext cx="5120640" cy="3749039"/>
          </a:xfrm>
          <a:prstGeom prst="rect">
            <a:avLst/>
          </a:prstGeom>
          <a:noFill/>
        </p:spPr>
        <p:txBody>
          <a:bodyPr wrap="square">
            <a:spAutoFit/>
          </a:bodyPr>
          <a:lstStyle/>
          <a:p>
            <a:pPr>
              <a:spcAft>
                <a:spcPts val="1000"/>
              </a:spcAft>
            </a:pPr>
            <a:r>
              <a:rPr sz="1300" b="1">
                <a:solidFill>
                  <a:srgbClr val="D09132"/>
                </a:solidFill>
                <a:latin typeface="Arial"/>
              </a:rPr>
              <a:t>THE BRIEF</a:t>
            </a:r>
          </a:p>
          <a:p>
            <a:pPr>
              <a:spcAft>
                <a:spcPts val="800"/>
              </a:spcAft>
            </a:pPr>
            <a:r>
              <a:rPr sz="1500" b="1">
                <a:solidFill>
                  <a:srgbClr val="800000"/>
                </a:solidFill>
                <a:latin typeface="Arial"/>
              </a:rPr>
              <a:t>Insured</a:t>
            </a:r>
            <a:r>
              <a:rPr sz="1500">
                <a:solidFill>
                  <a:srgbClr val="3A3838"/>
                </a:solidFill>
                <a:latin typeface="Arial"/>
              </a:rPr>
              <a:t> — Sheng Siong Group Ltd · SGX-listed</a:t>
            </a:r>
          </a:p>
          <a:p>
            <a:pPr>
              <a:spcAft>
                <a:spcPts val="800"/>
              </a:spcAft>
            </a:pPr>
            <a:r>
              <a:rPr sz="1500" b="1">
                <a:solidFill>
                  <a:srgbClr val="800000"/>
                </a:solidFill>
                <a:latin typeface="Arial"/>
              </a:rPr>
              <a:t>Cover</a:t>
            </a:r>
            <a:r>
              <a:rPr sz="1500">
                <a:solidFill>
                  <a:srgbClr val="3A3838"/>
                </a:solidFill>
                <a:latin typeface="Arial"/>
              </a:rPr>
              <a:t> — Directors &amp; Officers liability</a:t>
            </a:r>
          </a:p>
          <a:p>
            <a:pPr>
              <a:spcAft>
                <a:spcPts val="800"/>
              </a:spcAft>
            </a:pPr>
            <a:r>
              <a:rPr sz="1500" b="1">
                <a:solidFill>
                  <a:srgbClr val="800000"/>
                </a:solidFill>
                <a:latin typeface="Arial"/>
              </a:rPr>
              <a:t>Limit</a:t>
            </a:r>
            <a:r>
              <a:rPr sz="1500">
                <a:solidFill>
                  <a:srgbClr val="3A3838"/>
                </a:solidFill>
                <a:latin typeface="Arial"/>
              </a:rPr>
              <a:t> — S$10m</a:t>
            </a:r>
          </a:p>
          <a:p>
            <a:pPr>
              <a:spcAft>
                <a:spcPts val="800"/>
              </a:spcAft>
            </a:pPr>
            <a:r>
              <a:rPr sz="1500" b="1">
                <a:solidFill>
                  <a:srgbClr val="800000"/>
                </a:solidFill>
                <a:latin typeface="Arial"/>
              </a:rPr>
              <a:t>Claims</a:t>
            </a:r>
            <a:r>
              <a:rPr sz="1500">
                <a:solidFill>
                  <a:srgbClr val="3A3838"/>
                </a:solidFill>
                <a:latin typeface="Arial"/>
              </a:rPr>
              <a:t> — none · new policy, no current cover</a:t>
            </a:r>
          </a:p>
          <a:p>
            <a:pPr>
              <a:spcAft>
                <a:spcPts val="600"/>
              </a:spcAft>
            </a:pPr>
            <a:r>
              <a:rPr sz="1500" b="1">
                <a:solidFill>
                  <a:srgbClr val="800000"/>
                </a:solidFill>
                <a:latin typeface="Arial"/>
              </a:rPr>
              <a:t>Inputs</a:t>
            </a:r>
            <a:r>
              <a:rPr sz="1500">
                <a:solidFill>
                  <a:srgbClr val="3A3838"/>
                </a:solidFill>
                <a:latin typeface="Arial"/>
              </a:rPr>
              <a:t> — annual reports, SGX filings, public news</a:t>
            </a:r>
          </a:p>
        </p:txBody>
      </p:sp>
      <p:sp>
        <p:nvSpPr>
          <p:cNvPr id="4" name="TextBox 3"/>
          <p:cNvSpPr txBox="1"/>
          <p:nvPr/>
        </p:nvSpPr>
        <p:spPr>
          <a:xfrm>
            <a:off x="6309360" y="1920240"/>
            <a:ext cx="5029200" cy="3749039"/>
          </a:xfrm>
          <a:prstGeom prst="rect">
            <a:avLst/>
          </a:prstGeom>
          <a:noFill/>
        </p:spPr>
        <p:txBody>
          <a:bodyPr wrap="square">
            <a:spAutoFit/>
          </a:bodyPr>
          <a:lstStyle/>
          <a:p>
            <a:pPr>
              <a:spcAft>
                <a:spcPts val="1000"/>
              </a:spcAft>
            </a:pPr>
            <a:r>
              <a:rPr sz="1300" b="1">
                <a:solidFill>
                  <a:srgbClr val="D09132"/>
                </a:solidFill>
                <a:latin typeface="Arial"/>
              </a:rPr>
              <a:t>WHAT TO WATCH</a:t>
            </a:r>
          </a:p>
          <a:p>
            <a:pPr>
              <a:spcAft>
                <a:spcPts val="800"/>
              </a:spcAft>
            </a:pPr>
            <a:r>
              <a:rPr sz="1400" b="1">
                <a:solidFill>
                  <a:srgbClr val="800000"/>
                </a:solidFill>
                <a:latin typeface="Arial"/>
              </a:rPr>
              <a:t>1 · The research lanes</a:t>
            </a:r>
            <a:r>
              <a:rPr sz="1400">
                <a:solidFill>
                  <a:srgbClr val="3A3838"/>
                </a:solidFill>
                <a:latin typeface="Arial"/>
              </a:rPr>
              <a:t> — each team reading filings, with sources as it goes.</a:t>
            </a:r>
          </a:p>
          <a:p>
            <a:pPr>
              <a:spcAft>
                <a:spcPts val="800"/>
              </a:spcAft>
            </a:pPr>
            <a:r>
              <a:rPr sz="1400" b="1">
                <a:solidFill>
                  <a:srgbClr val="800000"/>
                </a:solidFill>
                <a:latin typeface="Arial"/>
              </a:rPr>
              <a:t>2 · The cited proposal</a:t>
            </a:r>
            <a:r>
              <a:rPr sz="1400">
                <a:solidFill>
                  <a:srgbClr val="3A3838"/>
                </a:solidFill>
                <a:latin typeface="Arial"/>
              </a:rPr>
              <a:t> — risk narrative, modifiers and exclusions, each with its reason.</a:t>
            </a:r>
          </a:p>
          <a:p>
            <a:pPr>
              <a:spcAft>
                <a:spcPts val="800"/>
              </a:spcAft>
            </a:pPr>
            <a:r>
              <a:rPr sz="1400" b="1">
                <a:solidFill>
                  <a:srgbClr val="800000"/>
                </a:solidFill>
                <a:latin typeface="Arial"/>
              </a:rPr>
              <a:t>3 · The human review</a:t>
            </a:r>
            <a:r>
              <a:rPr sz="1400">
                <a:solidFill>
                  <a:srgbClr val="3A3838"/>
                </a:solidFill>
                <a:latin typeface="Arial"/>
              </a:rPr>
              <a:t> — where I push back on the agent's calls.</a:t>
            </a:r>
          </a:p>
          <a:p>
            <a:pPr>
              <a:spcAft>
                <a:spcPts val="600"/>
              </a:spcAft>
            </a:pPr>
            <a:r>
              <a:rPr sz="1400" b="1">
                <a:solidFill>
                  <a:srgbClr val="800000"/>
                </a:solidFill>
                <a:latin typeface="Arial"/>
              </a:rPr>
              <a:t>4 · The price and verdict</a:t>
            </a:r>
            <a:r>
              <a:rPr sz="1400">
                <a:solidFill>
                  <a:srgbClr val="3A3838"/>
                </a:solidFill>
                <a:latin typeface="Arial"/>
              </a:rPr>
              <a:t> — premium, CLEAR or REFER, and the formula behind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Take the agent home</a:t>
            </a:r>
          </a:p>
        </p:txBody>
      </p:sp>
      <p:pic>
        <p:nvPicPr>
          <p:cNvPr id="3" name="Picture 2" descr="qr-x.png"/>
          <p:cNvPicPr>
            <a:picLocks noChangeAspect="1"/>
          </p:cNvPicPr>
          <p:nvPr/>
        </p:nvPicPr>
        <p:blipFill>
          <a:blip r:embed="rId2"/>
          <a:stretch>
            <a:fillRect/>
          </a:stretch>
        </p:blipFill>
        <p:spPr>
          <a:xfrm>
            <a:off x="1889607" y="2240280"/>
            <a:ext cx="2103120" cy="2103120"/>
          </a:xfrm>
          <a:prstGeom prst="rect">
            <a:avLst/>
          </a:prstGeom>
        </p:spPr>
      </p:pic>
      <p:sp>
        <p:nvSpPr>
          <p:cNvPr id="4" name="TextBox 3"/>
          <p:cNvSpPr txBox="1"/>
          <p:nvPr/>
        </p:nvSpPr>
        <p:spPr>
          <a:xfrm>
            <a:off x="1569567" y="4526280"/>
            <a:ext cx="2743200" cy="1188720"/>
          </a:xfrm>
          <a:prstGeom prst="rect">
            <a:avLst/>
          </a:prstGeom>
          <a:noFill/>
        </p:spPr>
        <p:txBody>
          <a:bodyPr wrap="square">
            <a:spAutoFit/>
          </a:bodyPr>
          <a:lstStyle/>
          <a:p>
            <a:pPr algn="ctr">
              <a:spcAft>
                <a:spcPts val="200"/>
              </a:spcAft>
            </a:pPr>
            <a:r>
              <a:rPr sz="1100" b="1">
                <a:solidFill>
                  <a:srgbClr val="D09132"/>
                </a:solidFill>
                <a:latin typeface="Arial"/>
              </a:rPr>
              <a:t>X · TWITTER</a:t>
            </a:r>
          </a:p>
          <a:p>
            <a:pPr algn="ctr">
              <a:spcAft>
                <a:spcPts val="200"/>
              </a:spcAft>
            </a:pPr>
            <a:r>
              <a:rPr sz="1600" b="1">
                <a:solidFill>
                  <a:srgbClr val="800000"/>
                </a:solidFill>
                <a:latin typeface="Arial"/>
              </a:rPr>
              <a:t>@jensenloke</a:t>
            </a:r>
          </a:p>
          <a:p>
            <a:pPr algn="ctr"/>
            <a:r>
              <a:rPr sz="1150">
                <a:solidFill>
                  <a:srgbClr val="3A3838"/>
                </a:solidFill>
                <a:latin typeface="Arial"/>
              </a:rPr>
              <a:t>x.com/jensenloke</a:t>
            </a:r>
          </a:p>
        </p:txBody>
      </p:sp>
      <p:pic>
        <p:nvPicPr>
          <p:cNvPr id="5" name="Picture 4" descr="qr-linkedin.png"/>
          <p:cNvPicPr>
            <a:picLocks noChangeAspect="1"/>
          </p:cNvPicPr>
          <p:nvPr/>
        </p:nvPicPr>
        <p:blipFill>
          <a:blip r:embed="rId3"/>
          <a:stretch>
            <a:fillRect/>
          </a:stretch>
        </p:blipFill>
        <p:spPr>
          <a:xfrm>
            <a:off x="5044287" y="2240280"/>
            <a:ext cx="2103120" cy="2103120"/>
          </a:xfrm>
          <a:prstGeom prst="rect">
            <a:avLst/>
          </a:prstGeom>
        </p:spPr>
      </p:pic>
      <p:sp>
        <p:nvSpPr>
          <p:cNvPr id="6" name="TextBox 5"/>
          <p:cNvSpPr txBox="1"/>
          <p:nvPr/>
        </p:nvSpPr>
        <p:spPr>
          <a:xfrm>
            <a:off x="4724247" y="4526280"/>
            <a:ext cx="2743200" cy="1188720"/>
          </a:xfrm>
          <a:prstGeom prst="rect">
            <a:avLst/>
          </a:prstGeom>
          <a:noFill/>
        </p:spPr>
        <p:txBody>
          <a:bodyPr wrap="square">
            <a:spAutoFit/>
          </a:bodyPr>
          <a:lstStyle/>
          <a:p>
            <a:pPr algn="ctr">
              <a:spcAft>
                <a:spcPts val="200"/>
              </a:spcAft>
            </a:pPr>
            <a:r>
              <a:rPr sz="1100" b="1">
                <a:solidFill>
                  <a:srgbClr val="D09132"/>
                </a:solidFill>
                <a:latin typeface="Arial"/>
              </a:rPr>
              <a:t>LINKEDIN</a:t>
            </a:r>
          </a:p>
          <a:p>
            <a:pPr algn="ctr">
              <a:spcAft>
                <a:spcPts val="200"/>
              </a:spcAft>
            </a:pPr>
            <a:r>
              <a:rPr sz="1600" b="1">
                <a:solidFill>
                  <a:srgbClr val="800000"/>
                </a:solidFill>
                <a:latin typeface="Arial"/>
              </a:rPr>
              <a:t>Jensen Loke</a:t>
            </a:r>
          </a:p>
          <a:p>
            <a:pPr algn="ctr"/>
            <a:r>
              <a:rPr sz="1150">
                <a:solidFill>
                  <a:srgbClr val="3A3838"/>
                </a:solidFill>
                <a:latin typeface="Arial"/>
              </a:rPr>
              <a:t>linkedin.com/in/jensenloke</a:t>
            </a:r>
          </a:p>
        </p:txBody>
      </p:sp>
      <p:pic>
        <p:nvPicPr>
          <p:cNvPr id="7" name="Picture 6" descr="qr-andrew-repo.png"/>
          <p:cNvPicPr>
            <a:picLocks noChangeAspect="1"/>
          </p:cNvPicPr>
          <p:nvPr/>
        </p:nvPicPr>
        <p:blipFill>
          <a:blip r:embed="rId4"/>
          <a:stretch>
            <a:fillRect/>
          </a:stretch>
        </p:blipFill>
        <p:spPr>
          <a:xfrm>
            <a:off x="8198967" y="2240280"/>
            <a:ext cx="2103120" cy="2103120"/>
          </a:xfrm>
          <a:prstGeom prst="rect">
            <a:avLst/>
          </a:prstGeom>
        </p:spPr>
      </p:pic>
      <p:sp>
        <p:nvSpPr>
          <p:cNvPr id="8" name="TextBox 7"/>
          <p:cNvSpPr txBox="1"/>
          <p:nvPr/>
        </p:nvSpPr>
        <p:spPr>
          <a:xfrm>
            <a:off x="7878927" y="4526280"/>
            <a:ext cx="2743200" cy="1188720"/>
          </a:xfrm>
          <a:prstGeom prst="rect">
            <a:avLst/>
          </a:prstGeom>
          <a:noFill/>
        </p:spPr>
        <p:txBody>
          <a:bodyPr wrap="square">
            <a:spAutoFit/>
          </a:bodyPr>
          <a:lstStyle/>
          <a:p>
            <a:pPr algn="ctr">
              <a:spcAft>
                <a:spcPts val="200"/>
              </a:spcAft>
            </a:pPr>
            <a:r>
              <a:rPr sz="1100" b="1">
                <a:solidFill>
                  <a:srgbClr val="D09132"/>
                </a:solidFill>
                <a:latin typeface="Arial"/>
              </a:rPr>
              <a:t>OPEN SOURCE · GITHUB</a:t>
            </a:r>
          </a:p>
          <a:p>
            <a:pPr algn="ctr">
              <a:spcAft>
                <a:spcPts val="200"/>
              </a:spcAft>
            </a:pPr>
            <a:r>
              <a:rPr sz="1600" b="1">
                <a:solidFill>
                  <a:srgbClr val="800000"/>
                </a:solidFill>
                <a:latin typeface="Arial"/>
              </a:rPr>
              <a:t>ANDREW</a:t>
            </a:r>
          </a:p>
          <a:p>
            <a:pPr algn="ctr"/>
            <a:r>
              <a:rPr sz="1150">
                <a:solidFill>
                  <a:srgbClr val="3A3838"/>
                </a:solidFill>
                <a:latin typeface="Arial"/>
              </a:rPr>
              <a:t>github.com/jensenloke/andrew-do-worksheet</a:t>
            </a:r>
          </a:p>
        </p:txBody>
      </p:sp>
      <p:sp>
        <p:nvSpPr>
          <p:cNvPr id="9" name="TextBox 8"/>
          <p:cNvSpPr txBox="1"/>
          <p:nvPr/>
        </p:nvSpPr>
        <p:spPr>
          <a:xfrm>
            <a:off x="1737360" y="5742432"/>
            <a:ext cx="6766560" cy="457200"/>
          </a:xfrm>
          <a:prstGeom prst="rect">
            <a:avLst/>
          </a:prstGeom>
          <a:noFill/>
        </p:spPr>
        <p:txBody>
          <a:bodyPr wrap="square">
            <a:spAutoFit/>
          </a:bodyPr>
          <a:lstStyle/>
          <a:p>
            <a:pPr algn="ctr"/>
            <a:r>
              <a:rPr sz="1250" i="1">
                <a:solidFill>
                  <a:srgbClr val="281B09"/>
                </a:solidFill>
                <a:latin typeface="Arial"/>
              </a:rPr>
              <a:t>ANDREW is open source — run it on your own laptop against any OpenAI-compatible model, local or cloud.</a:t>
            </a:r>
          </a:p>
        </p:txBody>
      </p:sp>
    </p:spTree>
  </p:cSld>
  <p:clrMapOvr>
    <a:masterClrMapping/>
  </p:clrMapOvr>
</p:sld>
</file>

<file path=ppt/theme/theme1.xml><?xml version="1.0" encoding="utf-8"?>
<a:theme xmlns:a="http://schemas.openxmlformats.org/drawingml/2006/main" name="Office Theme">
  <a:themeElements>
    <a:clrScheme name="Custom 12">
      <a:dk1>
        <a:srgbClr val="800000"/>
      </a:dk1>
      <a:lt1>
        <a:srgbClr val="FDFAF6"/>
      </a:lt1>
      <a:dk2>
        <a:srgbClr val="3A3838"/>
      </a:dk2>
      <a:lt2>
        <a:srgbClr val="FDFAF6"/>
      </a:lt2>
      <a:accent1>
        <a:srgbClr val="800000"/>
      </a:accent1>
      <a:accent2>
        <a:srgbClr val="281B09"/>
      </a:accent2>
      <a:accent3>
        <a:srgbClr val="8A8686"/>
      </a:accent3>
      <a:accent4>
        <a:srgbClr val="AEABAB"/>
      </a:accent4>
      <a:accent5>
        <a:srgbClr val="D09132"/>
      </a:accent5>
      <a:accent6>
        <a:srgbClr val="771233"/>
      </a:accent6>
      <a:hlink>
        <a:srgbClr val="D09132"/>
      </a:hlink>
      <a:folHlink>
        <a:srgbClr val="8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op 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Color-Block_Win32_jx_v9.potx" id="{B1D493D9-AF74-4AD6-8F0C-5B1308D7041B}" vid="{1AA99070-5A1F-42D2-9F5B-E7354C9646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220</TotalTime>
  <Words>2</Words>
  <Application>Microsoft Office PowerPoint</Application>
  <PresentationFormat>Widescreen</PresentationFormat>
  <Paragraphs>1</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SESSION title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Fight: AI Bros vs. Insurance Pros — PLUS 2026 Singapore Symposium</dc:title>
  <dc:subject>A local AI setup and ANDREW, an agent that drafts a D&amp;O underwriting worksheet</dc:subject>
  <dc:creator>Jensen Loke</dc:creator>
  <cp:lastModifiedBy>Laura Palmer-Turnacliff</cp:lastModifiedBy>
  <cp:revision>9</cp:revision>
  <dcterms:created xsi:type="dcterms:W3CDTF">2023-04-26T12:21:11Z</dcterms:created>
  <dcterms:modified xsi:type="dcterms:W3CDTF">2026-09-22T15:19:28Z</dcterms:modified>
</cp:coreProperties>
</file>